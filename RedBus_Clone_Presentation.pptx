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4410" r:id="rId4"/>
  </p:sldMasterIdLst>
  <p:notesMasterIdLst>
    <p:notesMasterId r:id="rId13"/>
  </p:notesMasterIdLst>
  <p:handoutMasterIdLst>
    <p:handoutMasterId r:id="rId14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x="12192000" cy="6858000"/>
  <p:notesSz cx="7315200" cy="9601200"/>
  <p:custDataLst>
    <p:tags r:id="rId1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s" id="{BAC1763D-52FA-4D99-B74A-09978868D1DF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Brand basics" id="{8EE32D32-E91A-427D-B680-3FF11AABE0B8}">
          <p14:sldIdLst/>
        </p14:section>
        <p14:section name="Content slides" id="{49CC7682-57B2-4455-BD9B-709563297FEE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F6E4"/>
    <a:srgbClr val="F2F5E3"/>
    <a:srgbClr val="63666A"/>
    <a:srgbClr val="75787B"/>
    <a:srgbClr val="97999B"/>
    <a:srgbClr val="A7A8AA"/>
    <a:srgbClr val="BBBCBC"/>
    <a:srgbClr val="D0D0CE"/>
    <a:srgbClr val="007CB0"/>
    <a:srgbClr val="041E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58" autoAdjust="0"/>
    <p:restoredTop sz="92603" autoAdjust="0"/>
  </p:normalViewPr>
  <p:slideViewPr>
    <p:cSldViewPr snapToGrid="0" showGuides="1">
      <p:cViewPr>
        <p:scale>
          <a:sx n="75" d="100"/>
          <a:sy n="75" d="100"/>
        </p:scale>
        <p:origin x="188" y="-108"/>
      </p:cViewPr>
      <p:guideLst/>
    </p:cSldViewPr>
  </p:slideViewPr>
  <p:outlineViewPr>
    <p:cViewPr>
      <p:scale>
        <a:sx n="33" d="100"/>
        <a:sy n="33" d="100"/>
      </p:scale>
      <p:origin x="0" y="-5919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1" d="100"/>
        <a:sy n="81" d="100"/>
      </p:scale>
      <p:origin x="0" y="0"/>
    </p:cViewPr>
  </p:sorterViewPr>
  <p:notesViewPr>
    <p:cSldViewPr snapToGrid="0" showGuides="1">
      <p:cViewPr varScale="1">
        <p:scale>
          <a:sx n="57" d="100"/>
          <a:sy n="57" d="100"/>
        </p:scale>
        <p:origin x="1992" y="90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gs" Target="tags/tag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4" y="1"/>
            <a:ext cx="3170138" cy="479539"/>
          </a:xfrm>
          <a:prstGeom prst="rect">
            <a:avLst/>
          </a:prstGeom>
        </p:spPr>
        <p:txBody>
          <a:bodyPr vert="horz" lIns="90913" tIns="45457" rIns="90913" bIns="45457" rtlCol="0"/>
          <a:lstStyle>
            <a:lvl1pPr algn="l">
              <a:defRPr sz="11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427" y="1"/>
            <a:ext cx="3170138" cy="479539"/>
          </a:xfrm>
          <a:prstGeom prst="rect">
            <a:avLst/>
          </a:prstGeom>
        </p:spPr>
        <p:txBody>
          <a:bodyPr vert="horz" lIns="90913" tIns="45457" rIns="90913" bIns="45457" rtlCol="0"/>
          <a:lstStyle>
            <a:lvl1pPr algn="r">
              <a:defRPr sz="1100"/>
            </a:lvl1pPr>
          </a:lstStyle>
          <a:p>
            <a:fld id="{B4AD245C-091B-44E2-BFB0-BD94217887F7}" type="datetimeFigureOut">
              <a:rPr lang="en-US" smtClean="0">
                <a:latin typeface="Arial" panose="020B0604020202020204" pitchFamily="34" charset="0"/>
              </a:rPr>
              <a:t>6/30/2026</a:t>
            </a:fld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4" y="9120173"/>
            <a:ext cx="3170138" cy="479539"/>
          </a:xfrm>
          <a:prstGeom prst="rect">
            <a:avLst/>
          </a:prstGeom>
        </p:spPr>
        <p:txBody>
          <a:bodyPr vert="horz" lIns="90913" tIns="45457" rIns="90913" bIns="45457" rtlCol="0" anchor="b"/>
          <a:lstStyle>
            <a:lvl1pPr algn="l">
              <a:defRPr sz="11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427" y="9120173"/>
            <a:ext cx="3170138" cy="479539"/>
          </a:xfrm>
          <a:prstGeom prst="rect">
            <a:avLst/>
          </a:prstGeom>
        </p:spPr>
        <p:txBody>
          <a:bodyPr vert="horz" lIns="90913" tIns="45457" rIns="90913" bIns="45457" rtlCol="0" anchor="b"/>
          <a:lstStyle>
            <a:lvl1pPr algn="r">
              <a:defRPr sz="1100"/>
            </a:lvl1pPr>
          </a:lstStyle>
          <a:p>
            <a:fld id="{9A913F39-CFF6-40F1-84D1-700840B41EAB}" type="slidenum">
              <a:rPr lang="en-US" smtClean="0">
                <a:latin typeface="Arial" panose="020B0604020202020204" pitchFamily="34" charset="0"/>
              </a:rPr>
              <a:t>‹#›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481318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169920" cy="480060"/>
          </a:xfrm>
          <a:prstGeom prst="rect">
            <a:avLst/>
          </a:prstGeom>
        </p:spPr>
        <p:txBody>
          <a:bodyPr vert="horz" lIns="98478" tIns="49238" rIns="98478" bIns="49238" rtlCol="0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9" y="1"/>
            <a:ext cx="3169920" cy="480060"/>
          </a:xfrm>
          <a:prstGeom prst="rect">
            <a:avLst/>
          </a:prstGeom>
        </p:spPr>
        <p:txBody>
          <a:bodyPr vert="horz" lIns="98478" tIns="49238" rIns="98478" bIns="49238" rtlCol="0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0BA5BBE4-AEA3-489A-A28E-0C2FAF2506E3}" type="datetimeFigureOut">
              <a:rPr lang="en-US" smtClean="0"/>
              <a:pPr/>
              <a:t>6/30/2026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58788" y="720725"/>
            <a:ext cx="6397625" cy="3598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8478" tIns="49238" rIns="98478" bIns="49238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1"/>
            <a:ext cx="5852160" cy="4320540"/>
          </a:xfrm>
          <a:prstGeom prst="rect">
            <a:avLst/>
          </a:prstGeom>
        </p:spPr>
        <p:txBody>
          <a:bodyPr vert="horz" lIns="98478" tIns="49238" rIns="98478" bIns="49238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5"/>
            <a:ext cx="3169920" cy="480060"/>
          </a:xfrm>
          <a:prstGeom prst="rect">
            <a:avLst/>
          </a:prstGeom>
        </p:spPr>
        <p:txBody>
          <a:bodyPr vert="horz" lIns="98478" tIns="49238" rIns="98478" bIns="49238" rtlCol="0" anchor="b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9" y="9119475"/>
            <a:ext cx="3169920" cy="480060"/>
          </a:xfrm>
          <a:prstGeom prst="rect">
            <a:avLst/>
          </a:prstGeom>
        </p:spPr>
        <p:txBody>
          <a:bodyPr vert="horz" lIns="98478" tIns="49238" rIns="98478" bIns="49238" rtlCol="0" anchor="b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C0F4A2C8-6C88-4E71-83EE-698B9D4FE22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473029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121917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609585" algn="l" defTabSz="121917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1219170" algn="l" defTabSz="121917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828754" algn="l" defTabSz="121917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2438339" algn="l" defTabSz="121917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304792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77274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5" Type="http://schemas.openxmlformats.org/officeDocument/2006/relationships/image" Target="../media/image7.emf"/><Relationship Id="rId4" Type="http://schemas.openxmlformats.org/officeDocument/2006/relationships/oleObject" Target="../embeddings/oleObject2.bin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5" Type="http://schemas.openxmlformats.org/officeDocument/2006/relationships/image" Target="../media/image7.emf"/><Relationship Id="rId4" Type="http://schemas.openxmlformats.org/officeDocument/2006/relationships/oleObject" Target="../embeddings/oleObject2.bin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7.emf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7.emf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7.emf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7.emf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7.emf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7.emf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7.emf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4" Type="http://schemas.openxmlformats.org/officeDocument/2006/relationships/image" Target="../media/image7.emf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7.emf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4" Type="http://schemas.openxmlformats.org/officeDocument/2006/relationships/image" Target="../media/image7.emf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4" Type="http://schemas.openxmlformats.org/officeDocument/2006/relationships/image" Target="../media/image7.emf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Relationship Id="rId4" Type="http://schemas.openxmlformats.org/officeDocument/2006/relationships/image" Target="../media/image7.emf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Relationship Id="rId4" Type="http://schemas.openxmlformats.org/officeDocument/2006/relationships/image" Target="../media/image7.emf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Relationship Id="rId4" Type="http://schemas.openxmlformats.org/officeDocument/2006/relationships/image" Target="../media/image7.emf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Relationship Id="rId4" Type="http://schemas.openxmlformats.org/officeDocument/2006/relationships/image" Target="../media/image7.emf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Relationship Id="rId4" Type="http://schemas.openxmlformats.org/officeDocument/2006/relationships/image" Target="../media/image7.emf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Relationship Id="rId4" Type="http://schemas.openxmlformats.org/officeDocument/2006/relationships/image" Target="../media/image7.emf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Relationship Id="rId4" Type="http://schemas.openxmlformats.org/officeDocument/2006/relationships/image" Target="../media/image7.emf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3.xml"/><Relationship Id="rId4" Type="http://schemas.openxmlformats.org/officeDocument/2006/relationships/image" Target="../media/image7.emf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4.xml"/><Relationship Id="rId4" Type="http://schemas.openxmlformats.org/officeDocument/2006/relationships/image" Target="../media/image7.emf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5.xml"/><Relationship Id="rId4" Type="http://schemas.openxmlformats.org/officeDocument/2006/relationships/image" Target="../media/image7.emf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6.xml"/><Relationship Id="rId4" Type="http://schemas.openxmlformats.org/officeDocument/2006/relationships/image" Target="../media/image7.emf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7.xml"/><Relationship Id="rId4" Type="http://schemas.openxmlformats.org/officeDocument/2006/relationships/image" Target="../media/image7.emf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8.xml"/><Relationship Id="rId4" Type="http://schemas.openxmlformats.org/officeDocument/2006/relationships/image" Target="../media/image7.emf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9.xml"/><Relationship Id="rId4" Type="http://schemas.openxmlformats.org/officeDocument/2006/relationships/image" Target="../media/image7.emf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0.xml"/><Relationship Id="rId4" Type="http://schemas.openxmlformats.org/officeDocument/2006/relationships/image" Target="../media/image7.emf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1.xml"/><Relationship Id="rId4" Type="http://schemas.openxmlformats.org/officeDocument/2006/relationships/image" Target="../media/image7.emf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2.xml"/><Relationship Id="rId4" Type="http://schemas.openxmlformats.org/officeDocument/2006/relationships/image" Target="../media/image7.emf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3.xml"/><Relationship Id="rId4" Type="http://schemas.openxmlformats.org/officeDocument/2006/relationships/image" Target="../media/image7.emf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4.xml"/><Relationship Id="rId4" Type="http://schemas.openxmlformats.org/officeDocument/2006/relationships/image" Target="../media/image7.emf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5.xml"/><Relationship Id="rId4" Type="http://schemas.openxmlformats.org/officeDocument/2006/relationships/image" Target="../media/image7.emf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White with tagline logo lockup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3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7FC5E484-EB26-0B50-B87A-799C320E830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B6970A4B-B432-0F69-C312-D57C3DF06CD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12692" y="-5031"/>
            <a:ext cx="2779773" cy="1307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720489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3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A9C623ED-9A31-E94B-385F-DFBB34F5916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56FA620-B23E-0D62-CFAF-C7B1EE2DF1E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7924" y="-4221"/>
            <a:ext cx="2551173" cy="1036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414574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Pale Green with tagline logo lockup">
    <p:bg bwMode="gray"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3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9A09F874-9939-7788-F7E8-1E902B5632A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C315A3-99EF-FC55-DE24-58D79C1DD21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12692" y="-5031"/>
            <a:ext cx="2779773" cy="1307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98768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Pale Green">
    <p:bg bwMode="gray"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3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B81976BE-EAA8-F89C-D5B3-ECA4949B5BC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8F5BA9B-7574-E325-E1B5-3C428C7E4C1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7924" y="-4221"/>
            <a:ext cx="2551173" cy="1036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38236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Pale-Deloitte Green gradient with tagline logo lockup">
    <p:bg bwMode="gray">
      <p:bgPr>
        <a:gradFill>
          <a:gsLst>
            <a:gs pos="99000">
              <a:schemeClr val="accent1"/>
            </a:gs>
            <a:gs pos="28000">
              <a:schemeClr val="accent6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3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B81976BE-EAA8-F89C-D5B3-ECA4949B5BC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25E4CF2D-5153-8731-E935-35A75505133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12692" y="-5031"/>
            <a:ext cx="2779773" cy="1307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202484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Pale-Deloitte Green gradient">
    <p:bg bwMode="gray">
      <p:bgPr>
        <a:gradFill>
          <a:gsLst>
            <a:gs pos="99000">
              <a:schemeClr val="accent1"/>
            </a:gs>
            <a:gs pos="28000">
              <a:schemeClr val="accent6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3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B81976BE-EAA8-F89C-D5B3-ECA4949B5BC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99EDB7-3AF4-61F2-2C8B-4480E13D1A0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7924" y="-4221"/>
            <a:ext cx="2551173" cy="1036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310312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Black with tagline logo lockup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1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BD417F91-0FD9-83FB-569A-B960E93D5A0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51042251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Black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1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FB2FFE14-03CA-6135-58A2-5C311D36512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810F31-D882-A06D-7681-1B913A76ECE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7924" y="-4221"/>
            <a:ext cx="2551173" cy="1036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478856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Dark Green with tagline logo lockup">
    <p:bg bwMode="gray"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6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accent6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3F8A2FFF-A4B2-D935-C7DC-1DB5EDE4A71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590BD8-2D84-8179-A640-57E37904E6A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617" y="-5031"/>
            <a:ext cx="2777922" cy="1307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543470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Dark Green">
    <p:bg bwMode="gray"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6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accent6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5BCB8175-C467-0B04-B004-47252C8E68C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0BF294-5C31-F69F-426C-BF45033D4DF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7924" y="-4221"/>
            <a:ext cx="2551173" cy="1036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800638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Dark-Bright gradient with tagline logo lockup">
    <p:bg bwMode="gray">
      <p:bgPr>
        <a:gradFill flip="none" rotWithShape="1">
          <a:gsLst>
            <a:gs pos="25000">
              <a:schemeClr val="accent2">
                <a:lumMod val="67000"/>
              </a:schemeClr>
            </a:gs>
            <a:gs pos="100000">
              <a:schemeClr val="accent2">
                <a:lumMod val="60000"/>
                <a:lumOff val="40000"/>
              </a:schemeClr>
            </a:gs>
          </a:gsLst>
          <a:lin ang="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6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accent6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44" name="Picture Placeholder 8">
            <a:extLst>
              <a:ext uri="{FF2B5EF4-FFF2-40B4-BE49-F238E27FC236}">
                <a16:creationId xmlns:a16="http://schemas.microsoft.com/office/drawing/2014/main" id="{932C736B-20BB-4603-9DD1-FEB85AD9DC3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913732D-80FD-BC4D-437C-614EF3BEBF7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617" y="-5031"/>
            <a:ext cx="2777922" cy="1307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775618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Dark-Bright gradient">
    <p:bg bwMode="gray">
      <p:bgPr>
        <a:gradFill flip="none" rotWithShape="1">
          <a:gsLst>
            <a:gs pos="25000">
              <a:schemeClr val="accent2">
                <a:lumMod val="67000"/>
              </a:schemeClr>
            </a:gs>
            <a:gs pos="100000">
              <a:schemeClr val="accent2">
                <a:lumMod val="60000"/>
                <a:lumOff val="40000"/>
              </a:schemeClr>
            </a:gs>
          </a:gsLst>
          <a:lin ang="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6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accent6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44" name="Picture Placeholder 8">
            <a:extLst>
              <a:ext uri="{FF2B5EF4-FFF2-40B4-BE49-F238E27FC236}">
                <a16:creationId xmlns:a16="http://schemas.microsoft.com/office/drawing/2014/main" id="{932C736B-20BB-4603-9DD1-FEB85AD9DC3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1CF98FE-74F2-7A89-9D1B-2E3424F331A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7924" y="-4221"/>
            <a:ext cx="2551173" cy="1036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513323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Full bleed image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A239FF85-CD49-BB35-3695-75C424AD973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1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</p:spTree>
    <p:extLst>
      <p:ext uri="{BB962C8B-B14F-4D97-AF65-F5344CB8AC3E}">
        <p14:creationId xmlns:p14="http://schemas.microsoft.com/office/powerpoint/2010/main" val="2125570879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- Glow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green circle on a green background&#10;&#10;AI-generated content may be incorrect.">
            <a:extLst>
              <a:ext uri="{FF2B5EF4-FFF2-40B4-BE49-F238E27FC236}">
                <a16:creationId xmlns:a16="http://schemas.microsoft.com/office/drawing/2014/main" id="{0612E835-F4A9-E28C-C385-D7BF39346F5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2" y="428"/>
            <a:ext cx="12190476" cy="6857143"/>
          </a:xfrm>
          <a:prstGeom prst="rect">
            <a:avLst/>
          </a:prstGeom>
        </p:spPr>
      </p:pic>
      <p:pic>
        <p:nvPicPr>
          <p:cNvPr id="4" name="Picture 3" descr="A green circle on a green background&#10;&#10;AI-generated content may be incorrect.">
            <a:extLst>
              <a:ext uri="{FF2B5EF4-FFF2-40B4-BE49-F238E27FC236}">
                <a16:creationId xmlns:a16="http://schemas.microsoft.com/office/drawing/2014/main" id="{45E3228C-6488-D962-AD57-9F2A5C5896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" y="428"/>
            <a:ext cx="12190476" cy="6857143"/>
          </a:xfrm>
          <a:prstGeom prst="rect">
            <a:avLst/>
          </a:prstGeom>
        </p:spPr>
      </p:pic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D903953-236A-7A85-C86D-21E60D82676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596067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25" imgH="425" progId="TCLayout.ActiveDocument.1">
                  <p:embed/>
                </p:oleObj>
              </mc:Choice>
              <mc:Fallback>
                <p:oleObj name="think-cell Slide" r:id="rId4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D903953-236A-7A85-C86D-21E60D8267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CaseCode">
            <a:extLst>
              <a:ext uri="{FF2B5EF4-FFF2-40B4-BE49-F238E27FC236}">
                <a16:creationId xmlns:a16="http://schemas.microsoft.com/office/drawing/2014/main" id="{731E6BB5-C9D1-E35B-D6D9-245F1063E86F}"/>
              </a:ext>
            </a:extLst>
          </p:cNvPr>
          <p:cNvSpPr txBox="1"/>
          <p:nvPr/>
        </p:nvSpPr>
        <p:spPr>
          <a:xfrm>
            <a:off x="6335184" y="6519672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6" name="Copyright">
            <a:extLst>
              <a:ext uri="{FF2B5EF4-FFF2-40B4-BE49-F238E27FC236}">
                <a16:creationId xmlns:a16="http://schemas.microsoft.com/office/drawing/2014/main" id="{8B5B05F3-7BE5-74BC-C267-D563E5B2A301}"/>
              </a:ext>
            </a:extLst>
          </p:cNvPr>
          <p:cNvSpPr txBox="1"/>
          <p:nvPr/>
        </p:nvSpPr>
        <p:spPr>
          <a:xfrm>
            <a:off x="457200" y="6519672"/>
            <a:ext cx="5355168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Member firms and DTTL: Insert appropriate copyright</a:t>
            </a:r>
            <a:b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82C802-4131-8DA8-7683-E68E2E309BA0}"/>
              </a:ext>
            </a:extLst>
          </p:cNvPr>
          <p:cNvSpPr txBox="1"/>
          <p:nvPr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 smtClean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 dirty="0">
              <a:solidFill>
                <a:schemeClr val="bg1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32671CB7-EA0F-58E4-4174-1D1922A3AB2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gray">
          <a:xfrm>
            <a:off x="0" y="3098800"/>
            <a:ext cx="12192000" cy="660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95000"/>
              </a:lnSpc>
              <a:spcAft>
                <a:spcPts val="0"/>
              </a:spcAft>
              <a:buNone/>
              <a:defRPr sz="3600" b="1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dirty="0"/>
              <a:t>Click to add text</a:t>
            </a:r>
          </a:p>
        </p:txBody>
      </p:sp>
      <p:sp>
        <p:nvSpPr>
          <p:cNvPr id="3" name="CaseCode">
            <a:extLst>
              <a:ext uri="{FF2B5EF4-FFF2-40B4-BE49-F238E27FC236}">
                <a16:creationId xmlns:a16="http://schemas.microsoft.com/office/drawing/2014/main" id="{0A4EC9DF-8A5A-81C7-A2F0-1416E458E773}"/>
              </a:ext>
            </a:extLst>
          </p:cNvPr>
          <p:cNvSpPr txBox="1"/>
          <p:nvPr userDrawn="1"/>
        </p:nvSpPr>
        <p:spPr>
          <a:xfrm>
            <a:off x="6335184" y="6519672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10" name="Copyright">
            <a:extLst>
              <a:ext uri="{FF2B5EF4-FFF2-40B4-BE49-F238E27FC236}">
                <a16:creationId xmlns:a16="http://schemas.microsoft.com/office/drawing/2014/main" id="{76A3C83B-1E93-24DD-B4CF-4F673E59352B}"/>
              </a:ext>
            </a:extLst>
          </p:cNvPr>
          <p:cNvSpPr txBox="1"/>
          <p:nvPr userDrawn="1"/>
        </p:nvSpPr>
        <p:spPr>
          <a:xfrm>
            <a:off x="457200" y="6519672"/>
            <a:ext cx="5355168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Member firms and DTTL: Insert appropriate copyright</a:t>
            </a:r>
            <a:b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4CDE2B-37F4-6423-B520-C4665B2B512F}"/>
              </a:ext>
            </a:extLst>
          </p:cNvPr>
          <p:cNvSpPr txBox="1"/>
          <p:nvPr userDrawn="1"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 smtClean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 dirty="0">
              <a:solidFill>
                <a:schemeClr val="bg1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614247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- United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ircle of small green and blue dots&#10;&#10;Description automatically generated">
            <a:extLst>
              <a:ext uri="{FF2B5EF4-FFF2-40B4-BE49-F238E27FC236}">
                <a16:creationId xmlns:a16="http://schemas.microsoft.com/office/drawing/2014/main" id="{56245C15-57A3-6DF3-1754-20E77EB5CAD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095" t="20842" r="-653" b="1044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D903953-236A-7A85-C86D-21E60D82676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596067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25" imgH="425" progId="TCLayout.ActiveDocument.1">
                  <p:embed/>
                </p:oleObj>
              </mc:Choice>
              <mc:Fallback>
                <p:oleObj name="think-cell Slide" r:id="rId4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D903953-236A-7A85-C86D-21E60D8267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9D2CC364-3A56-4B32-F356-4C27AC2B9CA1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gray">
          <a:xfrm>
            <a:off x="0" y="3098800"/>
            <a:ext cx="12192000" cy="660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95000"/>
              </a:lnSpc>
              <a:spcAft>
                <a:spcPts val="0"/>
              </a:spcAft>
              <a:buNone/>
              <a:defRPr sz="3600" b="1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dirty="0"/>
              <a:t>Click to add text</a:t>
            </a:r>
          </a:p>
        </p:txBody>
      </p:sp>
      <p:pic>
        <p:nvPicPr>
          <p:cNvPr id="3" name="Picture 2" descr="A circle of small green and blue dots&#10;&#10;Description automatically generated">
            <a:extLst>
              <a:ext uri="{FF2B5EF4-FFF2-40B4-BE49-F238E27FC236}">
                <a16:creationId xmlns:a16="http://schemas.microsoft.com/office/drawing/2014/main" id="{BE3412DA-AF8A-F83F-A01C-B4141E94FDB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095" t="20842" r="-653" b="1044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49390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- Pale Green">
    <p:bg bwMode="gray"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Code">
            <a:extLst>
              <a:ext uri="{FF2B5EF4-FFF2-40B4-BE49-F238E27FC236}">
                <a16:creationId xmlns:a16="http://schemas.microsoft.com/office/drawing/2014/main" id="{67FC27F4-B029-8F10-CF8E-13A946A025B5}"/>
              </a:ext>
            </a:extLst>
          </p:cNvPr>
          <p:cNvSpPr txBox="1"/>
          <p:nvPr/>
        </p:nvSpPr>
        <p:spPr>
          <a:xfrm>
            <a:off x="6335184" y="6519672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 dirty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6" name="Copyright">
            <a:extLst>
              <a:ext uri="{FF2B5EF4-FFF2-40B4-BE49-F238E27FC236}">
                <a16:creationId xmlns:a16="http://schemas.microsoft.com/office/drawing/2014/main" id="{89AEA1EB-B05E-844E-88AE-0B79DF479CCD}"/>
              </a:ext>
            </a:extLst>
          </p:cNvPr>
          <p:cNvSpPr txBox="1"/>
          <p:nvPr/>
        </p:nvSpPr>
        <p:spPr>
          <a:xfrm>
            <a:off x="457200" y="6519672"/>
            <a:ext cx="5355168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Member firms and DTTL: Insert appropriate copyright</a:t>
            </a:r>
            <a:br>
              <a:rPr lang="en-US" sz="800" noProof="0" dirty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97C4E0-E9D0-9FCD-AFF6-A164148A4809}"/>
              </a:ext>
            </a:extLst>
          </p:cNvPr>
          <p:cNvSpPr txBox="1"/>
          <p:nvPr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 smtClean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 dirty="0">
              <a:solidFill>
                <a:schemeClr val="accent4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237997-F2A9-D664-587D-4BF3816A0DA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anchor="t"/>
          <a:lstStyle>
            <a:lvl1pPr>
              <a:lnSpc>
                <a:spcPct val="95000"/>
              </a:lnSpc>
              <a:defRPr sz="3600" b="1">
                <a:solidFill>
                  <a:schemeClr val="accent4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noProof="0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0959777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- Deloitte Green">
    <p:bg bwMode="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D903953-236A-7A85-C86D-21E60D82676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596067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D903953-236A-7A85-C86D-21E60D8267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CaseCode">
            <a:extLst>
              <a:ext uri="{FF2B5EF4-FFF2-40B4-BE49-F238E27FC236}">
                <a16:creationId xmlns:a16="http://schemas.microsoft.com/office/drawing/2014/main" id="{ADBA1BC3-DF0A-C7C2-54F8-FADB09EEDB7D}"/>
              </a:ext>
            </a:extLst>
          </p:cNvPr>
          <p:cNvSpPr txBox="1"/>
          <p:nvPr/>
        </p:nvSpPr>
        <p:spPr>
          <a:xfrm>
            <a:off x="6335184" y="6519672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80879667-8E19-0A8A-570B-A31B8E1A0A23}"/>
              </a:ext>
            </a:extLst>
          </p:cNvPr>
          <p:cNvSpPr txBox="1"/>
          <p:nvPr/>
        </p:nvSpPr>
        <p:spPr>
          <a:xfrm>
            <a:off x="457200" y="6519672"/>
            <a:ext cx="5355168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Member firms and DTTL: Insert appropriate copyright</a:t>
            </a:r>
            <a:b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651E4B-6F26-F51C-0F00-AA71F4B0CCCE}"/>
              </a:ext>
            </a:extLst>
          </p:cNvPr>
          <p:cNvSpPr txBox="1"/>
          <p:nvPr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 smtClean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 dirty="0">
              <a:solidFill>
                <a:schemeClr val="tx1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12CD58D-2BFB-3387-A814-C06828E88C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anchor="t"/>
          <a:lstStyle>
            <a:lvl1pPr>
              <a:lnSpc>
                <a:spcPct val="95000"/>
              </a:lnSpc>
              <a:defRPr sz="3600" b="1">
                <a:solidFill>
                  <a:schemeClr val="tx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noProof="0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84371416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- Pale-Deloitte Green gradient">
    <p:bg bwMode="gray">
      <p:bgPr>
        <a:gradFill>
          <a:gsLst>
            <a:gs pos="99000">
              <a:schemeClr val="accent1"/>
            </a:gs>
            <a:gs pos="28000">
              <a:schemeClr val="accent6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D903953-236A-7A85-C86D-21E60D82676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596067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D903953-236A-7A85-C86D-21E60D8267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CaseCode">
            <a:extLst>
              <a:ext uri="{FF2B5EF4-FFF2-40B4-BE49-F238E27FC236}">
                <a16:creationId xmlns:a16="http://schemas.microsoft.com/office/drawing/2014/main" id="{ADBA1BC3-DF0A-C7C2-54F8-FADB09EEDB7D}"/>
              </a:ext>
            </a:extLst>
          </p:cNvPr>
          <p:cNvSpPr txBox="1"/>
          <p:nvPr/>
        </p:nvSpPr>
        <p:spPr>
          <a:xfrm>
            <a:off x="6335184" y="6519672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80879667-8E19-0A8A-570B-A31B8E1A0A23}"/>
              </a:ext>
            </a:extLst>
          </p:cNvPr>
          <p:cNvSpPr txBox="1"/>
          <p:nvPr/>
        </p:nvSpPr>
        <p:spPr>
          <a:xfrm>
            <a:off x="457200" y="6519672"/>
            <a:ext cx="5355168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Member firms and DTTL: Insert appropriate copyright</a:t>
            </a:r>
            <a:b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651E4B-6F26-F51C-0F00-AA71F4B0CCCE}"/>
              </a:ext>
            </a:extLst>
          </p:cNvPr>
          <p:cNvSpPr txBox="1"/>
          <p:nvPr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 smtClean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 dirty="0">
              <a:solidFill>
                <a:schemeClr val="tx1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6288D3C-20C4-200E-7A39-8253F3E6AD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anchor="t"/>
          <a:lstStyle>
            <a:lvl1pPr>
              <a:lnSpc>
                <a:spcPct val="95000"/>
              </a:lnSpc>
              <a:defRPr sz="3600" b="1">
                <a:solidFill>
                  <a:schemeClr val="accent4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noProof="0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21626210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- Deloitte Deep Green">
    <p:bg bwMode="gray"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D903953-236A-7A85-C86D-21E60D82676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596067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D903953-236A-7A85-C86D-21E60D8267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CaseCode">
            <a:extLst>
              <a:ext uri="{FF2B5EF4-FFF2-40B4-BE49-F238E27FC236}">
                <a16:creationId xmlns:a16="http://schemas.microsoft.com/office/drawing/2014/main" id="{F684A669-26C5-90D5-704C-199677EB5DCB}"/>
              </a:ext>
            </a:extLst>
          </p:cNvPr>
          <p:cNvSpPr txBox="1"/>
          <p:nvPr/>
        </p:nvSpPr>
        <p:spPr>
          <a:xfrm>
            <a:off x="6335184" y="6519672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007BB995-EE99-3880-DCE6-C93F71A128CE}"/>
              </a:ext>
            </a:extLst>
          </p:cNvPr>
          <p:cNvSpPr txBox="1"/>
          <p:nvPr/>
        </p:nvSpPr>
        <p:spPr>
          <a:xfrm>
            <a:off x="457200" y="6519672"/>
            <a:ext cx="5355168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Member firms and DTTL: Insert appropriate copyright</a:t>
            </a:r>
            <a:b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1CC79A-BB5E-1920-0382-D1E9D54533B4}"/>
              </a:ext>
            </a:extLst>
          </p:cNvPr>
          <p:cNvSpPr txBox="1"/>
          <p:nvPr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 smtClean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 dirty="0">
              <a:solidFill>
                <a:schemeClr val="bg1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7582AB9-92F7-B2E5-BF9C-744E1F477F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anchor="t"/>
          <a:lstStyle>
            <a:lvl1pPr>
              <a:lnSpc>
                <a:spcPct val="95000"/>
              </a:lnSpc>
              <a:defRPr sz="3600" b="1">
                <a:solidFill>
                  <a:schemeClr val="bg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noProof="0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91041564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- Dark-Bright gradient with tagline logo lockup">
    <p:bg bwMode="gray">
      <p:bgPr>
        <a:gradFill flip="none" rotWithShape="1">
          <a:gsLst>
            <a:gs pos="25000">
              <a:schemeClr val="accent2">
                <a:lumMod val="67000"/>
              </a:schemeClr>
            </a:gs>
            <a:gs pos="100000">
              <a:schemeClr val="accent2">
                <a:lumMod val="60000"/>
                <a:lumOff val="40000"/>
              </a:schemeClr>
            </a:gs>
          </a:gsLst>
          <a:lin ang="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Code">
            <a:extLst>
              <a:ext uri="{FF2B5EF4-FFF2-40B4-BE49-F238E27FC236}">
                <a16:creationId xmlns:a16="http://schemas.microsoft.com/office/drawing/2014/main" id="{2FC75865-6F76-C54E-DF22-E2B4689596A8}"/>
              </a:ext>
            </a:extLst>
          </p:cNvPr>
          <p:cNvSpPr txBox="1"/>
          <p:nvPr/>
        </p:nvSpPr>
        <p:spPr>
          <a:xfrm>
            <a:off x="6335184" y="6519672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6" name="Copyright">
            <a:extLst>
              <a:ext uri="{FF2B5EF4-FFF2-40B4-BE49-F238E27FC236}">
                <a16:creationId xmlns:a16="http://schemas.microsoft.com/office/drawing/2014/main" id="{4D8129D5-9039-E8B3-5F13-E4574BC308FD}"/>
              </a:ext>
            </a:extLst>
          </p:cNvPr>
          <p:cNvSpPr txBox="1"/>
          <p:nvPr/>
        </p:nvSpPr>
        <p:spPr>
          <a:xfrm>
            <a:off x="457200" y="6519672"/>
            <a:ext cx="5355168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Member firms and DTTL: Insert appropriate copyright</a:t>
            </a:r>
            <a:b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CBBC4D-3C0B-94BF-1ABE-F74D334FD22C}"/>
              </a:ext>
            </a:extLst>
          </p:cNvPr>
          <p:cNvSpPr txBox="1"/>
          <p:nvPr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 smtClean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 dirty="0">
              <a:solidFill>
                <a:schemeClr val="tx1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559336F-A28E-132F-AE15-43D8D49F24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anchor="t"/>
          <a:lstStyle>
            <a:lvl1pPr>
              <a:lnSpc>
                <a:spcPct val="95000"/>
              </a:lnSpc>
              <a:defRPr sz="3600" b="1">
                <a:solidFill>
                  <a:schemeClr val="bg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noProof="0" dirty="0"/>
              <a:t>Click to add text</a:t>
            </a:r>
          </a:p>
        </p:txBody>
      </p:sp>
      <p:sp>
        <p:nvSpPr>
          <p:cNvPr id="2" name="CaseCode">
            <a:extLst>
              <a:ext uri="{FF2B5EF4-FFF2-40B4-BE49-F238E27FC236}">
                <a16:creationId xmlns:a16="http://schemas.microsoft.com/office/drawing/2014/main" id="{ED522F1A-76ED-9748-3E86-16A48ACAC575}"/>
              </a:ext>
            </a:extLst>
          </p:cNvPr>
          <p:cNvSpPr txBox="1"/>
          <p:nvPr userDrawn="1"/>
        </p:nvSpPr>
        <p:spPr>
          <a:xfrm>
            <a:off x="6335184" y="6519672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8BCC36DE-11BE-ACD5-8C25-3380E547E1BC}"/>
              </a:ext>
            </a:extLst>
          </p:cNvPr>
          <p:cNvSpPr txBox="1"/>
          <p:nvPr userDrawn="1"/>
        </p:nvSpPr>
        <p:spPr>
          <a:xfrm>
            <a:off x="457200" y="6519672"/>
            <a:ext cx="5355168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Member firms and DTTL: Insert appropriate copyright</a:t>
            </a:r>
            <a:b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6A064D-8615-4934-CF57-1312C16D8F95}"/>
              </a:ext>
            </a:extLst>
          </p:cNvPr>
          <p:cNvSpPr txBox="1"/>
          <p:nvPr userDrawn="1"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 smtClean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 dirty="0">
              <a:solidFill>
                <a:schemeClr val="tx1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1795905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- Deloitte Accessible Teal">
    <p:bg bwMode="gray"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seCode">
            <a:extLst>
              <a:ext uri="{FF2B5EF4-FFF2-40B4-BE49-F238E27FC236}">
                <a16:creationId xmlns:a16="http://schemas.microsoft.com/office/drawing/2014/main" id="{1F8EA9CE-A4FD-7F07-8A19-61F161FECD5F}"/>
              </a:ext>
            </a:extLst>
          </p:cNvPr>
          <p:cNvSpPr txBox="1"/>
          <p:nvPr/>
        </p:nvSpPr>
        <p:spPr>
          <a:xfrm>
            <a:off x="6335184" y="6519672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 dirty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8" name="Copyright">
            <a:extLst>
              <a:ext uri="{FF2B5EF4-FFF2-40B4-BE49-F238E27FC236}">
                <a16:creationId xmlns:a16="http://schemas.microsoft.com/office/drawing/2014/main" id="{EFB2FD2C-2339-18D3-FE74-70FF8DBE712E}"/>
              </a:ext>
            </a:extLst>
          </p:cNvPr>
          <p:cNvSpPr txBox="1"/>
          <p:nvPr/>
        </p:nvSpPr>
        <p:spPr>
          <a:xfrm>
            <a:off x="457200" y="6519672"/>
            <a:ext cx="5355168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Member firms and DTTL: Insert appropriate copyright</a:t>
            </a:r>
            <a:br>
              <a:rPr lang="en-US" sz="800" noProof="0" dirty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2674E4-36E3-6473-BA52-EF41006ED287}"/>
              </a:ext>
            </a:extLst>
          </p:cNvPr>
          <p:cNvSpPr txBox="1"/>
          <p:nvPr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 smtClean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 dirty="0">
              <a:solidFill>
                <a:schemeClr val="accent4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F4FDF0-825B-9D05-FCBA-CD50EF6CC8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anchor="t"/>
          <a:lstStyle>
            <a:lvl1pPr>
              <a:lnSpc>
                <a:spcPct val="95000"/>
              </a:lnSpc>
              <a:defRPr sz="3600" b="1">
                <a:solidFill>
                  <a:schemeClr val="tx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noProof="0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47629517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- Black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D903953-236A-7A85-C86D-21E60D82676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596067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D903953-236A-7A85-C86D-21E60D8267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itle 1">
            <a:extLst>
              <a:ext uri="{FF2B5EF4-FFF2-40B4-BE49-F238E27FC236}">
                <a16:creationId xmlns:a16="http://schemas.microsoft.com/office/drawing/2014/main" id="{5F35D1E1-7A9C-AE7F-744F-00D2D0F343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anchor="t"/>
          <a:lstStyle>
            <a:lvl1pPr>
              <a:lnSpc>
                <a:spcPct val="95000"/>
              </a:lnSpc>
              <a:defRPr sz="3600" b="1">
                <a:solidFill>
                  <a:schemeClr val="bg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noProof="0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07098377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- Full-blee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2AA0174D-B09C-4960-94D1-79FD4D04BDF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EE1843C-9C47-5853-9CCF-75A6755EA0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anchor="t"/>
          <a:lstStyle>
            <a:lvl1pPr>
              <a:lnSpc>
                <a:spcPct val="95000"/>
              </a:lnSpc>
              <a:defRPr sz="3600" b="1">
                <a:solidFill>
                  <a:schemeClr val="tx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noProof="0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374225893"/>
      </p:ext>
    </p:extLst>
  </p:cSld>
  <p:clrMapOvr>
    <a:masterClrMapping/>
  </p:clrMapOvr>
  <p:transition>
    <p:fade/>
  </p:transition>
  <p:hf hd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96593EEB-1CDC-4080-8C11-602DEAE102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11191353"/>
      </p:ext>
    </p:extLst>
  </p:cSld>
  <p:clrMapOvr>
    <a:masterClrMapping/>
  </p:clrMapOvr>
  <p:transition>
    <p:fade/>
  </p:transition>
  <p:hf hd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FB05972C-4EB5-02E5-D3B3-796AF5ABC9A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0678575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B05972C-4EB5-02E5-D3B3-796AF5ABC9A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8A9CD2DA-AA83-4DCB-8501-DE5878CC0B8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2567164D-98D6-14DE-1654-8043100211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303670467"/>
      </p:ext>
    </p:extLst>
  </p:cSld>
  <p:clrMapOvr>
    <a:masterClrMapping/>
  </p:clrMapOvr>
  <p:transition>
    <p:fade/>
  </p:transition>
  <p:hf hd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1 colum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CF85DDA7-785E-780B-BC9A-4216E2C1F39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184765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F85DDA7-785E-780B-BC9A-4216E2C1F3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463DAA5C-077F-FE00-63CE-03BEF637C37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06929E50-6BC7-6A16-7F97-75FA3937A2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7A91D16B-BB64-A40E-E0AF-EBC7EE7F2F0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69900" y="1682496"/>
            <a:ext cx="11274552" cy="46802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2pPr>
            <a:lvl3pPr marL="365760"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3pPr>
            <a:lvl4pPr marL="548640" indent="-182880"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4pPr>
            <a:lvl5pPr marL="731520"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17824798"/>
      </p:ext>
    </p:extLst>
  </p:cSld>
  <p:clrMapOvr>
    <a:masterClrMapping/>
  </p:clrMapOvr>
  <p:transition>
    <p:fade/>
  </p:transition>
  <p:hf hd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54AD4D43-3315-8098-AB60-0D1E2B6691F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7035646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4AD4D43-3315-8098-AB60-0D1E2B6691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Content Placeholder 3"/>
          <p:cNvSpPr>
            <a:spLocks noGrp="1"/>
          </p:cNvSpPr>
          <p:nvPr>
            <p:ph sz="quarter" idx="10" hasCustomPrompt="1"/>
          </p:nvPr>
        </p:nvSpPr>
        <p:spPr>
          <a:xfrm>
            <a:off x="457200" y="1678966"/>
            <a:ext cx="5486400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20" hasCustomPrompt="1"/>
          </p:nvPr>
        </p:nvSpPr>
        <p:spPr>
          <a:xfrm>
            <a:off x="6250845" y="1678966"/>
            <a:ext cx="549554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/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/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/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/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ADD490B8-B418-78D3-2E0B-461A61F706D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8333EA7F-716E-CA3B-831D-4E6ADC7C21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112974177"/>
      </p:ext>
    </p:extLst>
  </p:cSld>
  <p:clrMapOvr>
    <a:masterClrMapping/>
  </p:clrMapOvr>
  <p:transition>
    <p:fade/>
  </p:transition>
  <p:hf hd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A63C211-FBF0-0771-BE99-47E7028BD22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759974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A63C211-FBF0-0771-BE99-47E7028BD22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BFED540D-3BF1-4047-9D69-9C3EB9B9455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57200" y="1680432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8B191C74-910B-0CFC-9067-143443C4A2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9F0BB36C-DE52-CFD5-6483-3AF9FFFA10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CF857E55-4828-A256-F67F-37E4E75E2297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322680" y="1680432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9495ED2B-E3BF-3456-BD7E-366BCEB61955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188160" y="1680432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46551886"/>
      </p:ext>
    </p:extLst>
  </p:cSld>
  <p:clrMapOvr>
    <a:masterClrMapping/>
  </p:clrMapOvr>
  <p:transition>
    <p:fade/>
  </p:transition>
  <p:hf hd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C18030CB-8A1E-7879-CA68-10EA5C7AECB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286007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18030CB-8A1E-7879-CA68-10EA5C7AEC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593F994E-D5B3-4236-9E8D-771F764DB8E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57200" y="1678002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C1C52B-7D74-06BE-C3B3-ED2F2596A87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321552" y="1678002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6A683BB7-E6EB-C2E9-3FCA-D699A39C712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185904" y="1678002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0D39A810-CF4D-8CC1-23AA-003EFA30A76F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050256" y="1678002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FB60B513-6C68-425A-86AC-3FC42F4B2B1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D9257AFC-2713-6B3B-F635-37B6D88CC3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092734165"/>
      </p:ext>
    </p:extLst>
  </p:cSld>
  <p:clrMapOvr>
    <a:masterClrMapping/>
  </p:clrMapOvr>
  <p:transition>
    <p:fade/>
  </p:transition>
  <p:hf hd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profi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think-cell data - do not delete" hidden="1">
            <a:extLst>
              <a:ext uri="{FF2B5EF4-FFF2-40B4-BE49-F238E27FC236}">
                <a16:creationId xmlns:a16="http://schemas.microsoft.com/office/drawing/2014/main" id="{F484570F-AB85-4401-FAD0-3C8AAB53FCC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889327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1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484570F-AB85-4401-FAD0-3C8AAB53FC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0D8F34B8-DFAD-6DD7-E1A1-4572B7969DD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57200" y="1880213"/>
            <a:ext cx="1476000" cy="1476000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90D3C277-40A7-31AF-87D8-848A84CDC70C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249842" y="1880213"/>
            <a:ext cx="1476000" cy="1476000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6B0BFB5D-1E54-FF08-195B-949B6341E16B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57200" y="4256213"/>
            <a:ext cx="1476000" cy="1476000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5" name="Picture Placeholder 11">
            <a:extLst>
              <a:ext uri="{FF2B5EF4-FFF2-40B4-BE49-F238E27FC236}">
                <a16:creationId xmlns:a16="http://schemas.microsoft.com/office/drawing/2014/main" id="{B70C4541-64E0-0D36-F531-9180AEBAADAD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256583" y="4256213"/>
            <a:ext cx="1476000" cy="1476000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4FC28274-B484-ADCB-6FAD-CD816034B79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104052" y="1880213"/>
            <a:ext cx="38461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 sz="1200" b="0">
                <a:latin typeface="Aptos" panose="020B0004020202020204" pitchFamily="34" charset="0"/>
              </a:defRPr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9D3FBE01-C9A4-F88D-C153-2816D6207A4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89188" y="1880213"/>
            <a:ext cx="38461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004DE48-1AC3-4F21-0968-B3890904434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104052" y="4256213"/>
            <a:ext cx="3849624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684A23D9-9F8C-5A70-1B87-0DD004B8D96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886933" y="4256213"/>
            <a:ext cx="3848355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B1455C2-E21F-06D2-DADD-7FD7A0C6A036}"/>
              </a:ext>
            </a:extLst>
          </p:cNvPr>
          <p:cNvSpPr/>
          <p:nvPr/>
        </p:nvSpPr>
        <p:spPr>
          <a:xfrm>
            <a:off x="6245352" y="1677307"/>
            <a:ext cx="5495544" cy="60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B116F3-3D63-C235-3E40-D7EA6B934CF2}"/>
              </a:ext>
            </a:extLst>
          </p:cNvPr>
          <p:cNvSpPr/>
          <p:nvPr/>
        </p:nvSpPr>
        <p:spPr>
          <a:xfrm>
            <a:off x="457200" y="1677307"/>
            <a:ext cx="5495544" cy="60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F46C436-A721-2D60-1AEA-13F0DD3A9223}"/>
              </a:ext>
            </a:extLst>
          </p:cNvPr>
          <p:cNvSpPr/>
          <p:nvPr/>
        </p:nvSpPr>
        <p:spPr>
          <a:xfrm>
            <a:off x="6245352" y="4044901"/>
            <a:ext cx="5495544" cy="60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2ED75E-FA16-E5BA-B5F1-A58E06F1A408}"/>
              </a:ext>
            </a:extLst>
          </p:cNvPr>
          <p:cNvSpPr/>
          <p:nvPr/>
        </p:nvSpPr>
        <p:spPr>
          <a:xfrm>
            <a:off x="457200" y="4044901"/>
            <a:ext cx="5495544" cy="60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67D2A86E-3485-4064-F11B-592641772D4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E96810A4-9AE7-5408-F486-24386EEDA4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540467378"/>
      </p:ext>
    </p:extLst>
  </p:cSld>
  <p:clrMapOvr>
    <a:masterClrMapping/>
  </p:clrMapOvr>
  <p:transition>
    <p:fade/>
  </p:transition>
  <p:hf hd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alifications 2 x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7338C8E8-5CC7-2DA0-0253-B90F98C6FD3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647179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338C8E8-5CC7-2DA0-0253-B90F98C6FD3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DD670E7F-2D5F-E74D-FF59-5BD6C5BC34F1}"/>
              </a:ext>
            </a:extLst>
          </p:cNvPr>
          <p:cNvSpPr/>
          <p:nvPr/>
        </p:nvSpPr>
        <p:spPr>
          <a:xfrm>
            <a:off x="6245352" y="1677307"/>
            <a:ext cx="5495544" cy="60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CD4E13F-35DC-E442-82C0-9B5EE61D2906}"/>
              </a:ext>
            </a:extLst>
          </p:cNvPr>
          <p:cNvSpPr/>
          <p:nvPr/>
        </p:nvSpPr>
        <p:spPr>
          <a:xfrm>
            <a:off x="457200" y="1677307"/>
            <a:ext cx="5495544" cy="60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20" name="Picture Placeholder 11">
            <a:extLst>
              <a:ext uri="{FF2B5EF4-FFF2-40B4-BE49-F238E27FC236}">
                <a16:creationId xmlns:a16="http://schemas.microsoft.com/office/drawing/2014/main" id="{32DA993B-B409-E5C0-E8A1-3920C08FA402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476744" y="1883664"/>
            <a:ext cx="1476000" cy="1476000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21" name="Picture Placeholder 11">
            <a:extLst>
              <a:ext uri="{FF2B5EF4-FFF2-40B4-BE49-F238E27FC236}">
                <a16:creationId xmlns:a16="http://schemas.microsoft.com/office/drawing/2014/main" id="{9EA35630-FAAB-0992-9BD2-E2CF77317F5E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0258285" y="1883664"/>
            <a:ext cx="1476000" cy="1476000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F362A436-16E9-8D92-CE75-CF090274A98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1CE7ED7B-D3F7-0C2D-3D7F-23B03A315C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4A6BC76D-8B27-508E-2FA1-4B668FF32EE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7200" y="3498336"/>
            <a:ext cx="5495544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/>
            </a:lvl3pPr>
            <a:lvl4pPr marL="548640" indent="-182880">
              <a:defRPr/>
            </a:lvl4pPr>
            <a:lvl5pPr marL="731520">
              <a:defRPr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9C91076D-2B86-9AF3-18AC-3BF3B094050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50493" y="3498336"/>
            <a:ext cx="5495544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/>
            </a:lvl3pPr>
            <a:lvl4pPr marL="548640" indent="-182880">
              <a:defRPr/>
            </a:lvl4pPr>
            <a:lvl5pPr marL="731520">
              <a:defRPr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89A445A-42B3-EBFA-8922-62959EFA0423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457200" y="1876425"/>
            <a:ext cx="3922713" cy="1482725"/>
          </a:xfrm>
        </p:spPr>
        <p:txBody>
          <a:bodyPr/>
          <a:lstStyle/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9AF1B057-ABA1-7B5A-87C8-FD35492C6CB7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6250493" y="1876425"/>
            <a:ext cx="3922713" cy="1482725"/>
          </a:xfrm>
        </p:spPr>
        <p:txBody>
          <a:bodyPr/>
          <a:lstStyle/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8281788"/>
      </p:ext>
    </p:extLst>
  </p:cSld>
  <p:clrMapOvr>
    <a:masterClrMapping/>
  </p:clrMapOvr>
  <p:transition>
    <p:fade/>
  </p:transition>
  <p:hf hd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4189870"/>
            <a:ext cx="8566108" cy="2169796"/>
          </a:xfrm>
        </p:spPr>
        <p:txBody>
          <a:bodyPr anchor="b" anchorCtr="0">
            <a:normAutofit/>
          </a:bodyPr>
          <a:lstStyle>
            <a:lvl1pPr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defRPr sz="800" b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807C35-870E-BE5C-3063-D65F3CF32E2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694852" y="5391335"/>
            <a:ext cx="1198880" cy="119888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03F6F65-0FAE-13C5-4935-4F5D23290CA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694852" y="5391335"/>
            <a:ext cx="1198880" cy="11988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5567C3E-3181-DBCE-56F9-25416E4698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694852" y="5391335"/>
            <a:ext cx="1198880" cy="119888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B50732A-3DE1-9BA2-E38D-3560C50CEFA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7924" y="-4221"/>
            <a:ext cx="2551173" cy="1036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957544"/>
      </p:ext>
    </p:extLst>
  </p:cSld>
  <p:clrMapOvr>
    <a:masterClrMapping/>
  </p:clrMapOvr>
  <p:hf hd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Light Gra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5F1E13-4418-598B-C074-12679788BEC1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A961EAC-1FA5-0FDD-A3C9-C201168F760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76FE64C-1B0D-9ED0-06EE-18AB27B1B81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60BDCA0-170F-9CD6-736F-61D6DB7637DE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8140349"/>
      </p:ext>
    </p:extLst>
  </p:cSld>
  <p:clrMapOvr>
    <a:masterClrMapping/>
  </p:clrMapOvr>
  <p:transition>
    <p:fade/>
  </p:transition>
  <p:hf hd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- Light Gra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FB05972C-4EB5-02E5-D3B3-796AF5ABC9A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0678575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B05972C-4EB5-02E5-D3B3-796AF5ABC9A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DD6240FD-6CE9-5B73-7D7B-7F60C832531D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D61B36F7-4D66-A541-48A9-D4104A28F22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458DE312-1DB6-6A86-31A5-4DD91F4D295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2C8AFF7-A1A4-8B8F-9682-D1150A2584EC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5149632"/>
      </p:ext>
    </p:extLst>
  </p:cSld>
  <p:clrMapOvr>
    <a:masterClrMapping/>
  </p:clrMapOvr>
  <p:transition>
    <p:fade/>
  </p:transition>
  <p:hf hd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1 column - Light Gra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CF85DDA7-785E-780B-BC9A-4216E2C1F39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184765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F85DDA7-785E-780B-BC9A-4216E2C1F3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7A91D16B-BB64-A40E-E0AF-EBC7EE7F2F0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200" y="1682496"/>
            <a:ext cx="11274552" cy="46802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2pPr>
            <a:lvl3pPr marL="365760"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3pPr>
            <a:lvl4pPr marL="548640" indent="-182880"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4pPr>
            <a:lvl5pPr marL="731520"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19198A8-E422-E08B-1999-D575365416BF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72CE27D6-13F3-7804-83B8-3812226E3D1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9B822AB7-E232-4B55-B95C-CA9751788E5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9F98E4A-3C3F-467B-D987-D07B2DB9C93B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8115815"/>
      </p:ext>
    </p:extLst>
  </p:cSld>
  <p:clrMapOvr>
    <a:masterClrMapping/>
  </p:clrMapOvr>
  <p:transition>
    <p:fade/>
  </p:transition>
  <p:hf hd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2 columns - Light Gra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54AD4D43-3315-8098-AB60-0D1E2B6691F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7035646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4AD4D43-3315-8098-AB60-0D1E2B6691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Content Placeholder 3"/>
          <p:cNvSpPr>
            <a:spLocks noGrp="1"/>
          </p:cNvSpPr>
          <p:nvPr>
            <p:ph sz="quarter" idx="10" hasCustomPrompt="1"/>
          </p:nvPr>
        </p:nvSpPr>
        <p:spPr>
          <a:xfrm>
            <a:off x="457200" y="1678966"/>
            <a:ext cx="5486400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20" hasCustomPrompt="1"/>
          </p:nvPr>
        </p:nvSpPr>
        <p:spPr>
          <a:xfrm>
            <a:off x="6250845" y="1678966"/>
            <a:ext cx="549554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/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/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/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/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FB8886-D787-57CC-4B10-F09532715B75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FD6F8B2B-EBB5-CB17-4C07-237EAA5302C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6C13D045-AC7E-62E1-6E54-7989A193186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E9ADC3A-733E-B0C3-7E56-F3F1B58EF9C5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9427996"/>
      </p:ext>
    </p:extLst>
  </p:cSld>
  <p:clrMapOvr>
    <a:masterClrMapping/>
  </p:clrMapOvr>
  <p:transition>
    <p:fade/>
  </p:transition>
  <p:hf hdr="0" dt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3 columns - Light Gra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A63C211-FBF0-0771-BE99-47E7028BD22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759974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A63C211-FBF0-0771-BE99-47E7028BD22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BFED540D-3BF1-4047-9D69-9C3EB9B9455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57200" y="1680432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CF857E55-4828-A256-F67F-37E4E75E2297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322680" y="1680432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9495ED2B-E3BF-3456-BD7E-366BCEB61955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188160" y="1680432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7ABC34C-6400-5284-175F-DCBC0FF4C458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925E4855-50D5-167C-20FC-36634EF2A76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55FBAF71-9ABA-E5E3-92E4-D3B880CF48A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29BAB5-7E18-7CA4-E491-CFBBC15D414C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6093857"/>
      </p:ext>
    </p:extLst>
  </p:cSld>
  <p:clrMapOvr>
    <a:masterClrMapping/>
  </p:clrMapOvr>
  <p:transition>
    <p:fade/>
  </p:transition>
  <p:hf hd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4 columns - Light Gra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C18030CB-8A1E-7879-CA68-10EA5C7AECB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286007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18030CB-8A1E-7879-CA68-10EA5C7AEC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593F994E-D5B3-4236-9E8D-771F764DB8E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57200" y="1678002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C1C52B-7D74-06BE-C3B3-ED2F2596A87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321552" y="1678002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6A683BB7-E6EB-C2E9-3FCA-D699A39C712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185904" y="1678002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0D39A810-CF4D-8CC1-23AA-003EFA30A76F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050256" y="1678002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856A78-3545-9D7B-9B1D-9AE4F55FC8F3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138E7C72-C010-DA66-DF7D-35A25DD79F9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E208F306-D5E9-9F07-9D03-6822787DE5F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E26C966-CA27-94D4-324B-5F76A1FC3EA0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0630551"/>
      </p:ext>
    </p:extLst>
  </p:cSld>
  <p:clrMapOvr>
    <a:masterClrMapping/>
  </p:clrMapOvr>
  <p:transition>
    <p:fade/>
  </p:transition>
  <p:hf hdr="0" dt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profile - Light Gra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think-cell data - do not delete" hidden="1">
            <a:extLst>
              <a:ext uri="{FF2B5EF4-FFF2-40B4-BE49-F238E27FC236}">
                <a16:creationId xmlns:a16="http://schemas.microsoft.com/office/drawing/2014/main" id="{F484570F-AB85-4401-FAD0-3C8AAB53FCC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889327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1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484570F-AB85-4401-FAD0-3C8AAB53FC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0D8F34B8-DFAD-6DD7-E1A1-4572B7969DD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57200" y="1880213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90D3C277-40A7-31AF-87D8-848A84CDC70C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249842" y="1880213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6B0BFB5D-1E54-FF08-195B-949B6341E16B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57200" y="4256213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5" name="Picture Placeholder 11">
            <a:extLst>
              <a:ext uri="{FF2B5EF4-FFF2-40B4-BE49-F238E27FC236}">
                <a16:creationId xmlns:a16="http://schemas.microsoft.com/office/drawing/2014/main" id="{B70C4541-64E0-0D36-F531-9180AEBAADAD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256583" y="4256213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4FC28274-B484-ADCB-6FAD-CD816034B79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104052" y="1880213"/>
            <a:ext cx="38461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 sz="1200" b="0">
                <a:latin typeface="Aptos" panose="020B0004020202020204" pitchFamily="34" charset="0"/>
              </a:defRPr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9D3FBE01-C9A4-F88D-C153-2816D6207A4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89188" y="1880213"/>
            <a:ext cx="38461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004DE48-1AC3-4F21-0968-B3890904434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104052" y="4256213"/>
            <a:ext cx="3849624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684A23D9-9F8C-5A70-1B87-0DD004B8D96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886933" y="4256213"/>
            <a:ext cx="3848355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B1455C2-E21F-06D2-DADD-7FD7A0C6A036}"/>
              </a:ext>
            </a:extLst>
          </p:cNvPr>
          <p:cNvSpPr/>
          <p:nvPr/>
        </p:nvSpPr>
        <p:spPr>
          <a:xfrm>
            <a:off x="6245352" y="1677307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B116F3-3D63-C235-3E40-D7EA6B934CF2}"/>
              </a:ext>
            </a:extLst>
          </p:cNvPr>
          <p:cNvSpPr/>
          <p:nvPr/>
        </p:nvSpPr>
        <p:spPr>
          <a:xfrm>
            <a:off x="457200" y="1677307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F46C436-A721-2D60-1AEA-13F0DD3A9223}"/>
              </a:ext>
            </a:extLst>
          </p:cNvPr>
          <p:cNvSpPr/>
          <p:nvPr/>
        </p:nvSpPr>
        <p:spPr>
          <a:xfrm>
            <a:off x="6245352" y="4044901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2ED75E-FA16-E5BA-B5F1-A58E06F1A408}"/>
              </a:ext>
            </a:extLst>
          </p:cNvPr>
          <p:cNvSpPr/>
          <p:nvPr/>
        </p:nvSpPr>
        <p:spPr>
          <a:xfrm>
            <a:off x="457200" y="4044901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73C72F6-78BA-1C5C-0E41-3928DBA9B4D8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1779F49E-3102-B8AE-3214-0E5933FEBBA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736BED1F-8F10-CF1B-922C-6719E90171B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174E6B2-A34D-D64D-6B7B-7A40DF2A7243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591653"/>
      </p:ext>
    </p:extLst>
  </p:cSld>
  <p:clrMapOvr>
    <a:masterClrMapping/>
  </p:clrMapOvr>
  <p:transition>
    <p:fade/>
  </p:transition>
  <p:hf hdr="0" dt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alifications 2 x 1 - Light Gra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7338C8E8-5CC7-2DA0-0253-B90F98C6FD3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647179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338C8E8-5CC7-2DA0-0253-B90F98C6FD3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DD670E7F-2D5F-E74D-FF59-5BD6C5BC34F1}"/>
              </a:ext>
            </a:extLst>
          </p:cNvPr>
          <p:cNvSpPr/>
          <p:nvPr/>
        </p:nvSpPr>
        <p:spPr>
          <a:xfrm>
            <a:off x="6245352" y="1677307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CD4E13F-35DC-E442-82C0-9B5EE61D2906}"/>
              </a:ext>
            </a:extLst>
          </p:cNvPr>
          <p:cNvSpPr/>
          <p:nvPr/>
        </p:nvSpPr>
        <p:spPr>
          <a:xfrm>
            <a:off x="457200" y="1677307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20" name="Picture Placeholder 11">
            <a:extLst>
              <a:ext uri="{FF2B5EF4-FFF2-40B4-BE49-F238E27FC236}">
                <a16:creationId xmlns:a16="http://schemas.microsoft.com/office/drawing/2014/main" id="{32DA993B-B409-E5C0-E8A1-3920C08FA402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476744" y="1883664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21" name="Picture Placeholder 11">
            <a:extLst>
              <a:ext uri="{FF2B5EF4-FFF2-40B4-BE49-F238E27FC236}">
                <a16:creationId xmlns:a16="http://schemas.microsoft.com/office/drawing/2014/main" id="{9EA35630-FAAB-0992-9BD2-E2CF77317F5E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0258285" y="1883664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4A6BC76D-8B27-508E-2FA1-4B668FF32EE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7200" y="3498336"/>
            <a:ext cx="5495544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/>
            </a:lvl3pPr>
            <a:lvl4pPr marL="548640" indent="-182880">
              <a:defRPr/>
            </a:lvl4pPr>
            <a:lvl5pPr marL="731520">
              <a:defRPr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9C91076D-2B86-9AF3-18AC-3BF3B094050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50493" y="3498336"/>
            <a:ext cx="5495544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/>
            </a:lvl3pPr>
            <a:lvl4pPr marL="548640" indent="-182880">
              <a:defRPr/>
            </a:lvl4pPr>
            <a:lvl5pPr marL="731520">
              <a:defRPr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89A445A-42B3-EBFA-8922-62959EFA0423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457200" y="1876425"/>
            <a:ext cx="3922713" cy="1482725"/>
          </a:xfrm>
        </p:spPr>
        <p:txBody>
          <a:bodyPr/>
          <a:lstStyle/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9AF1B057-ABA1-7B5A-87C8-FD35492C6CB7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6250493" y="1876425"/>
            <a:ext cx="3922713" cy="1482725"/>
          </a:xfrm>
        </p:spPr>
        <p:txBody>
          <a:bodyPr/>
          <a:lstStyle/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5713351-1050-58DB-B581-362137AA9D6A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E3461D73-65A9-1349-DCD3-96DBD604FF1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2306E346-2203-9121-093F-71FADAF07AD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22385F7-0E68-136E-49BA-D113551EF594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6914466"/>
      </p:ext>
    </p:extLst>
  </p:cSld>
  <p:clrMapOvr>
    <a:masterClrMapping/>
  </p:clrMapOvr>
  <p:transition>
    <p:fade/>
  </p:transition>
  <p:hf hdr="0" dt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Pale Gree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5F1E13-4418-598B-C074-12679788BEC1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A961EAC-1FA5-0FDD-A3C9-C201168F760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76FE64C-1B0D-9ED0-06EE-18AB27B1B81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60BDCA0-170F-9CD6-736F-61D6DB7637DE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3339171"/>
      </p:ext>
    </p:extLst>
  </p:cSld>
  <p:clrMapOvr>
    <a:masterClrMapping/>
  </p:clrMapOvr>
  <p:transition>
    <p:fade/>
  </p:transition>
  <p:hf hdr="0" dt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- Pale Gree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FB05972C-4EB5-02E5-D3B3-796AF5ABC9A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0678575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B05972C-4EB5-02E5-D3B3-796AF5ABC9A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DD6240FD-6CE9-5B73-7D7B-7F60C832531D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D61B36F7-4D66-A541-48A9-D4104A28F22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458DE312-1DB6-6A86-31A5-4DD91F4D295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2C8AFF7-A1A4-8B8F-9682-D1150A2584EC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2568280"/>
      </p:ext>
    </p:extLst>
  </p:cSld>
  <p:clrMapOvr>
    <a:masterClrMapping/>
  </p:clrMapOvr>
  <p:transition>
    <p:fade/>
  </p:transition>
  <p:hf hdr="0" dt="0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1 column - Pale Gree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CF85DDA7-785E-780B-BC9A-4216E2C1F39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184765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F85DDA7-785E-780B-BC9A-4216E2C1F3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7A91D16B-BB64-A40E-E0AF-EBC7EE7F2F0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200" y="1682496"/>
            <a:ext cx="11274552" cy="46802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2pPr>
            <a:lvl3pPr marL="365760"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3pPr>
            <a:lvl4pPr marL="548640" indent="-182880"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4pPr>
            <a:lvl5pPr marL="731520"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19198A8-E422-E08B-1999-D575365416BF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72CE27D6-13F3-7804-83B8-3812226E3D1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9B822AB7-E232-4B55-B95C-CA9751788E5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9F98E4A-3C3F-467B-D987-D07B2DB9C93B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6727070"/>
      </p:ext>
    </p:extLst>
  </p:cSld>
  <p:clrMapOvr>
    <a:masterClrMapping/>
  </p:clrMapOvr>
  <p:transition>
    <p:fade/>
  </p:transition>
  <p:hf hdr="0" dt="0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2 columns - Pale Gree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54AD4D43-3315-8098-AB60-0D1E2B6691F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7035646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4AD4D43-3315-8098-AB60-0D1E2B6691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Content Placeholder 3"/>
          <p:cNvSpPr>
            <a:spLocks noGrp="1"/>
          </p:cNvSpPr>
          <p:nvPr>
            <p:ph sz="quarter" idx="10" hasCustomPrompt="1"/>
          </p:nvPr>
        </p:nvSpPr>
        <p:spPr>
          <a:xfrm>
            <a:off x="457200" y="1678966"/>
            <a:ext cx="5486400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20" hasCustomPrompt="1"/>
          </p:nvPr>
        </p:nvSpPr>
        <p:spPr>
          <a:xfrm>
            <a:off x="6250845" y="1678966"/>
            <a:ext cx="549554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/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/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/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/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FB8886-D787-57CC-4B10-F09532715B75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FD6F8B2B-EBB5-CB17-4C07-237EAA5302C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6C13D045-AC7E-62E1-6E54-7989A193186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E9ADC3A-733E-B0C3-7E56-F3F1B58EF9C5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5402337"/>
      </p:ext>
    </p:extLst>
  </p:cSld>
  <p:clrMapOvr>
    <a:masterClrMapping/>
  </p:clrMapOvr>
  <p:transition>
    <p:fade/>
  </p:transition>
  <p:hf hdr="0" dt="0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3 columns - Pale Gree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A63C211-FBF0-0771-BE99-47E7028BD22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759974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A63C211-FBF0-0771-BE99-47E7028BD22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BFED540D-3BF1-4047-9D69-9C3EB9B9455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57200" y="1680432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CF857E55-4828-A256-F67F-37E4E75E2297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322680" y="1680432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9495ED2B-E3BF-3456-BD7E-366BCEB61955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188160" y="1680432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7ABC34C-6400-5284-175F-DCBC0FF4C458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925E4855-50D5-167C-20FC-36634EF2A76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55FBAF71-9ABA-E5E3-92E4-D3B880CF48A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29BAB5-7E18-7CA4-E491-CFBBC15D414C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7648513"/>
      </p:ext>
    </p:extLst>
  </p:cSld>
  <p:clrMapOvr>
    <a:masterClrMapping/>
  </p:clrMapOvr>
  <p:transition>
    <p:fade/>
  </p:transition>
  <p:hf hdr="0" dt="0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4 columns - Pale Gree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C18030CB-8A1E-7879-CA68-10EA5C7AECB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286007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18030CB-8A1E-7879-CA68-10EA5C7AEC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593F994E-D5B3-4236-9E8D-771F764DB8E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57200" y="1678002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C1C52B-7D74-06BE-C3B3-ED2F2596A87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321552" y="1678002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6A683BB7-E6EB-C2E9-3FCA-D699A39C712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185904" y="1678002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0D39A810-CF4D-8CC1-23AA-003EFA30A76F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050256" y="1678002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856A78-3545-9D7B-9B1D-9AE4F55FC8F3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138E7C72-C010-DA66-DF7D-35A25DD79F9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E208F306-D5E9-9F07-9D03-6822787DE5F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E26C966-CA27-94D4-324B-5F76A1FC3EA0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2867221"/>
      </p:ext>
    </p:extLst>
  </p:cSld>
  <p:clrMapOvr>
    <a:masterClrMapping/>
  </p:clrMapOvr>
  <p:transition>
    <p:fade/>
  </p:transition>
  <p:hf hdr="0" dt="0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profile - Pale Gree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think-cell data - do not delete" hidden="1">
            <a:extLst>
              <a:ext uri="{FF2B5EF4-FFF2-40B4-BE49-F238E27FC236}">
                <a16:creationId xmlns:a16="http://schemas.microsoft.com/office/drawing/2014/main" id="{F484570F-AB85-4401-FAD0-3C8AAB53FCC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889327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1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484570F-AB85-4401-FAD0-3C8AAB53FC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0D8F34B8-DFAD-6DD7-E1A1-4572B7969DD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57200" y="1880213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90D3C277-40A7-31AF-87D8-848A84CDC70C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249842" y="1880213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6B0BFB5D-1E54-FF08-195B-949B6341E16B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57200" y="4256213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5" name="Picture Placeholder 11">
            <a:extLst>
              <a:ext uri="{FF2B5EF4-FFF2-40B4-BE49-F238E27FC236}">
                <a16:creationId xmlns:a16="http://schemas.microsoft.com/office/drawing/2014/main" id="{B70C4541-64E0-0D36-F531-9180AEBAADAD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256583" y="4256213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4FC28274-B484-ADCB-6FAD-CD816034B79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104052" y="1880213"/>
            <a:ext cx="38461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 sz="1200" b="0">
                <a:latin typeface="Aptos" panose="020B0004020202020204" pitchFamily="34" charset="0"/>
              </a:defRPr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9D3FBE01-C9A4-F88D-C153-2816D6207A4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89188" y="1880213"/>
            <a:ext cx="38461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004DE48-1AC3-4F21-0968-B3890904434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104052" y="4256213"/>
            <a:ext cx="3849624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684A23D9-9F8C-5A70-1B87-0DD004B8D96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886933" y="4256213"/>
            <a:ext cx="3848355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B1455C2-E21F-06D2-DADD-7FD7A0C6A036}"/>
              </a:ext>
            </a:extLst>
          </p:cNvPr>
          <p:cNvSpPr/>
          <p:nvPr/>
        </p:nvSpPr>
        <p:spPr>
          <a:xfrm>
            <a:off x="6245352" y="1677307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B116F3-3D63-C235-3E40-D7EA6B934CF2}"/>
              </a:ext>
            </a:extLst>
          </p:cNvPr>
          <p:cNvSpPr/>
          <p:nvPr/>
        </p:nvSpPr>
        <p:spPr>
          <a:xfrm>
            <a:off x="457200" y="1677307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F46C436-A721-2D60-1AEA-13F0DD3A9223}"/>
              </a:ext>
            </a:extLst>
          </p:cNvPr>
          <p:cNvSpPr/>
          <p:nvPr/>
        </p:nvSpPr>
        <p:spPr>
          <a:xfrm>
            <a:off x="6245352" y="4044901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2ED75E-FA16-E5BA-B5F1-A58E06F1A408}"/>
              </a:ext>
            </a:extLst>
          </p:cNvPr>
          <p:cNvSpPr/>
          <p:nvPr/>
        </p:nvSpPr>
        <p:spPr>
          <a:xfrm>
            <a:off x="457200" y="4044901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73C72F6-78BA-1C5C-0E41-3928DBA9B4D8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1779F49E-3102-B8AE-3214-0E5933FEBBA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736BED1F-8F10-CF1B-922C-6719E90171B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174E6B2-A34D-D64D-6B7B-7A40DF2A7243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7086694"/>
      </p:ext>
    </p:extLst>
  </p:cSld>
  <p:clrMapOvr>
    <a:masterClrMapping/>
  </p:clrMapOvr>
  <p:transition>
    <p:fade/>
  </p:transition>
  <p:hf hdr="0" dt="0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alifications 2 x 1 - Pale Gree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7338C8E8-5CC7-2DA0-0253-B90F98C6FD3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647179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338C8E8-5CC7-2DA0-0253-B90F98C6FD3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DD670E7F-2D5F-E74D-FF59-5BD6C5BC34F1}"/>
              </a:ext>
            </a:extLst>
          </p:cNvPr>
          <p:cNvSpPr/>
          <p:nvPr/>
        </p:nvSpPr>
        <p:spPr>
          <a:xfrm>
            <a:off x="6245352" y="1677307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CD4E13F-35DC-E442-82C0-9B5EE61D2906}"/>
              </a:ext>
            </a:extLst>
          </p:cNvPr>
          <p:cNvSpPr/>
          <p:nvPr/>
        </p:nvSpPr>
        <p:spPr>
          <a:xfrm>
            <a:off x="457200" y="1677307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20" name="Picture Placeholder 11">
            <a:extLst>
              <a:ext uri="{FF2B5EF4-FFF2-40B4-BE49-F238E27FC236}">
                <a16:creationId xmlns:a16="http://schemas.microsoft.com/office/drawing/2014/main" id="{32DA993B-B409-E5C0-E8A1-3920C08FA402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476744" y="1883664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21" name="Picture Placeholder 11">
            <a:extLst>
              <a:ext uri="{FF2B5EF4-FFF2-40B4-BE49-F238E27FC236}">
                <a16:creationId xmlns:a16="http://schemas.microsoft.com/office/drawing/2014/main" id="{9EA35630-FAAB-0992-9BD2-E2CF77317F5E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0258285" y="1883664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4A6BC76D-8B27-508E-2FA1-4B668FF32EE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7200" y="3498336"/>
            <a:ext cx="5495544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/>
            </a:lvl3pPr>
            <a:lvl4pPr marL="548640" indent="-182880">
              <a:defRPr/>
            </a:lvl4pPr>
            <a:lvl5pPr marL="731520">
              <a:defRPr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9C91076D-2B86-9AF3-18AC-3BF3B094050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50493" y="3498336"/>
            <a:ext cx="5495544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/>
            </a:lvl3pPr>
            <a:lvl4pPr marL="548640" indent="-182880">
              <a:defRPr/>
            </a:lvl4pPr>
            <a:lvl5pPr marL="731520">
              <a:defRPr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89A445A-42B3-EBFA-8922-62959EFA0423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457200" y="1876425"/>
            <a:ext cx="3922713" cy="1482725"/>
          </a:xfrm>
        </p:spPr>
        <p:txBody>
          <a:bodyPr/>
          <a:lstStyle/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9AF1B057-ABA1-7B5A-87C8-FD35492C6CB7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6250493" y="1876425"/>
            <a:ext cx="3922713" cy="1482725"/>
          </a:xfrm>
        </p:spPr>
        <p:txBody>
          <a:bodyPr/>
          <a:lstStyle/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5713351-1050-58DB-B581-362137AA9D6A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E3461D73-65A9-1349-DCD3-96DBD604FF1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2306E346-2203-9121-093F-71FADAF07AD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22385F7-0E68-136E-49BA-D113551EF594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264808"/>
      </p:ext>
    </p:extLst>
  </p:cSld>
  <p:clrMapOvr>
    <a:masterClrMapping/>
  </p:clrMapOvr>
  <p:transition>
    <p:fade/>
  </p:transition>
  <p:hf hdr="0" dt="0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341A6448-2CDA-7D6D-F1A0-347696B21B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8251391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- 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98D36622-3315-0885-4F7E-8CCDE0C2BA1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53E8942A-B484-29A8-C101-63496BEA57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7588444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hf hdr="0" dt="0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1 column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9C36FB10-1EF5-A9A4-577D-A18DA4D1207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793236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C36FB10-1EF5-A9A4-577D-A18DA4D120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FB46B341-3430-2348-6D11-485200BFA99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200" y="1677579"/>
            <a:ext cx="11274552" cy="4681728"/>
          </a:xfrm>
          <a:prstGeom prst="rect">
            <a:avLst/>
          </a:prstGeom>
          <a:solidFill>
            <a:schemeClr val="tx1"/>
          </a:solidFill>
        </p:spPr>
        <p:txBody>
          <a:bodyPr vert="horz" lIns="0" tIns="0" rIns="0" bIns="0" rtlCol="0">
            <a:noAutofit/>
          </a:bodyPr>
          <a:lstStyle>
            <a:lvl1pPr>
              <a:spcBef>
                <a:spcPts val="200"/>
              </a:spcBef>
              <a:spcAft>
                <a:spcPts val="200"/>
              </a:spcAft>
              <a:defRPr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5760">
              <a:spcBef>
                <a:spcPts val="200"/>
              </a:spcBef>
              <a:spcAft>
                <a:spcPts val="200"/>
              </a:spcAft>
              <a:defRPr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>
              <a:spcBef>
                <a:spcPts val="200"/>
              </a:spcBef>
              <a:spcAft>
                <a:spcPts val="200"/>
              </a:spcAft>
              <a:defRPr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>
              <a:spcBef>
                <a:spcPts val="200"/>
              </a:spcBef>
              <a:spcAft>
                <a:spcPts val="200"/>
              </a:spcAft>
              <a:defRPr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>
                <a:tab pos="3771900" algn="r"/>
              </a:tabLst>
              <a:defRPr/>
            </a:pPr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6" name="Title Placeholder 1">
            <a:extLst>
              <a:ext uri="{FF2B5EF4-FFF2-40B4-BE49-F238E27FC236}">
                <a16:creationId xmlns:a16="http://schemas.microsoft.com/office/drawing/2014/main" id="{F99282DB-7705-38D1-75C5-92BD76D91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2F2C4463-3F55-0B57-ECFE-555C0A1782B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US" sz="1800" b="0" dirty="0">
                <a:solidFill>
                  <a:srgbClr val="D0D0CE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762140600"/>
      </p:ext>
    </p:extLst>
  </p:cSld>
  <p:clrMapOvr>
    <a:masterClrMapping/>
  </p:clrMapOvr>
  <p:transition>
    <p:fade/>
  </p:transition>
  <p:hf hdr="0" dt="0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2 columns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05E6F299-A818-CA93-A927-F61A877DA27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6138797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5E6F299-A818-CA93-A927-F61A877DA2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Content Placeholder 3"/>
          <p:cNvSpPr>
            <a:spLocks noGrp="1"/>
          </p:cNvSpPr>
          <p:nvPr>
            <p:ph sz="quarter" idx="10" hasCustomPrompt="1"/>
          </p:nvPr>
        </p:nvSpPr>
        <p:spPr>
          <a:xfrm>
            <a:off x="457200" y="1677579"/>
            <a:ext cx="549554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576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>
                <a:tab pos="3771900" algn="r"/>
              </a:tabLst>
              <a:defRPr/>
            </a:pPr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8D6FEAFF-2B74-1B3D-168E-42A9A695E1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2DF503BF-FE6C-E555-3A41-CFFD641471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US" sz="1800" b="0" dirty="0">
                <a:solidFill>
                  <a:srgbClr val="D0D0CE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45E59B36-2F4F-A0E8-D1A8-C198F28B171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249579" y="1677579"/>
            <a:ext cx="549554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>
                <a:tab pos="3771900" algn="r"/>
              </a:tabLst>
              <a:defRPr/>
            </a:pPr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55469370"/>
      </p:ext>
    </p:extLst>
  </p:cSld>
  <p:clrMapOvr>
    <a:masterClrMapping/>
  </p:clrMapOvr>
  <p:transition>
    <p:fade/>
  </p:transition>
  <p:hf hdr="0" dt="0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3 columns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D82120E2-D6C2-D764-40A5-E97D481216B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5229646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82120E2-D6C2-D764-40A5-E97D481216B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BFED540D-3BF1-4047-9D69-9C3EB9B9455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57200" y="1682496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7413E34D-A983-4D25-B3D7-D7643F6035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6F14D54C-54B5-CC50-7E64-122407456A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sz="1800" b="0" dirty="0">
                <a:solidFill>
                  <a:srgbClr val="D0D0CE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0E9C8C-3361-2EBB-1420-4D27917305A8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327048" y="1682496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CD594323-BB1E-32C6-75D1-37D14037392C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193024" y="1682496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8649007"/>
      </p:ext>
    </p:extLst>
  </p:cSld>
  <p:clrMapOvr>
    <a:masterClrMapping/>
  </p:clrMapOvr>
  <p:transition>
    <p:fade/>
  </p:transition>
  <p:hf hdr="0" dt="0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4 columns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0AF0D7E5-2029-3151-0D44-92D925760B0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4312037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AF0D7E5-2029-3151-0D44-92D925760B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593F994E-D5B3-4236-9E8D-771F764DB8E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57200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286DEB7A-2D80-0936-9E40-8E28EEB0EB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67F64B02-86CD-B81B-86B2-05391A92AC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US" sz="1800" b="0" dirty="0">
                <a:solidFill>
                  <a:srgbClr val="D0D0CE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39EE392B-1FEE-21B0-181D-C9962A3FE8E5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3322320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EC71861D-BC3F-2DAD-BA49-86947F937CC5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187440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6D62757C-35E9-6C73-1638-E2D99D8D412E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9052560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86482776"/>
      </p:ext>
    </p:extLst>
  </p:cSld>
  <p:clrMapOvr>
    <a:masterClrMapping/>
  </p:clrMapOvr>
  <p:transition>
    <p:fade/>
  </p:transition>
  <p:hf hdr="0" dt="0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profil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hink-cell data - do not delete" hidden="1">
            <a:extLst>
              <a:ext uri="{FF2B5EF4-FFF2-40B4-BE49-F238E27FC236}">
                <a16:creationId xmlns:a16="http://schemas.microsoft.com/office/drawing/2014/main" id="{3E4C1F1A-C2FD-0E2E-2497-1640B8CFB7F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2399206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1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E4C1F1A-C2FD-0E2E-2497-1640B8CFB7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0D8F34B8-DFAD-6DD7-E1A1-4572B7969DD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57200" y="1880213"/>
            <a:ext cx="1476000" cy="1476000"/>
          </a:xfrm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90D3C277-40A7-31AF-87D8-848A84CDC70C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245352" y="1880213"/>
            <a:ext cx="1476000" cy="1476000"/>
          </a:xfrm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6B0BFB5D-1E54-FF08-195B-949B6341E16B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57200" y="4256213"/>
            <a:ext cx="1476000" cy="1476000"/>
          </a:xfrm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5" name="Picture Placeholder 11">
            <a:extLst>
              <a:ext uri="{FF2B5EF4-FFF2-40B4-BE49-F238E27FC236}">
                <a16:creationId xmlns:a16="http://schemas.microsoft.com/office/drawing/2014/main" id="{B70C4541-64E0-0D36-F531-9180AEBAADAD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245352" y="4256213"/>
            <a:ext cx="1476000" cy="1476000"/>
          </a:xfrm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9D3FBE01-C9A4-F88D-C153-2816D6207A4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98040" y="1880213"/>
            <a:ext cx="38520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5760">
              <a:defRPr>
                <a:solidFill>
                  <a:schemeClr val="bg1"/>
                </a:solidFill>
              </a:defRPr>
            </a:lvl3pPr>
            <a:lvl4pPr marL="548640" indent="-182880">
              <a:defRPr>
                <a:solidFill>
                  <a:schemeClr val="bg1"/>
                </a:solidFill>
              </a:defRPr>
            </a:lvl4pPr>
            <a:lvl5pPr marL="731520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004DE48-1AC3-4F21-0968-B3890904434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100744" y="4256213"/>
            <a:ext cx="38520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5760">
              <a:defRPr>
                <a:solidFill>
                  <a:schemeClr val="bg1"/>
                </a:solidFill>
              </a:defRPr>
            </a:lvl3pPr>
            <a:lvl4pPr marL="548640" indent="-182880">
              <a:defRPr>
                <a:solidFill>
                  <a:schemeClr val="bg1"/>
                </a:solidFill>
              </a:defRPr>
            </a:lvl4pPr>
            <a:lvl5pPr marL="731520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684A23D9-9F8C-5A70-1B87-0DD004B8D96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898040" y="4256213"/>
            <a:ext cx="38520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5760">
              <a:defRPr>
                <a:solidFill>
                  <a:schemeClr val="bg1"/>
                </a:solidFill>
              </a:defRPr>
            </a:lvl3pPr>
            <a:lvl4pPr marL="548640" indent="-182880">
              <a:defRPr>
                <a:solidFill>
                  <a:schemeClr val="bg1"/>
                </a:solidFill>
              </a:defRPr>
            </a:lvl4pPr>
            <a:lvl5pPr marL="731520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B1455C2-E21F-06D2-DADD-7FD7A0C6A036}"/>
              </a:ext>
            </a:extLst>
          </p:cNvPr>
          <p:cNvSpPr/>
          <p:nvPr/>
        </p:nvSpPr>
        <p:spPr>
          <a:xfrm>
            <a:off x="6254496" y="1677307"/>
            <a:ext cx="5495544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B116F3-3D63-C235-3E40-D7EA6B934CF2}"/>
              </a:ext>
            </a:extLst>
          </p:cNvPr>
          <p:cNvSpPr/>
          <p:nvPr/>
        </p:nvSpPr>
        <p:spPr>
          <a:xfrm>
            <a:off x="457200" y="1677307"/>
            <a:ext cx="5495544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F46C436-A721-2D60-1AEA-13F0DD3A9223}"/>
              </a:ext>
            </a:extLst>
          </p:cNvPr>
          <p:cNvSpPr/>
          <p:nvPr/>
        </p:nvSpPr>
        <p:spPr>
          <a:xfrm>
            <a:off x="6245352" y="4044901"/>
            <a:ext cx="5495544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2ED75E-FA16-E5BA-B5F1-A58E06F1A408}"/>
              </a:ext>
            </a:extLst>
          </p:cNvPr>
          <p:cNvSpPr/>
          <p:nvPr/>
        </p:nvSpPr>
        <p:spPr>
          <a:xfrm>
            <a:off x="450000" y="4044901"/>
            <a:ext cx="5495544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9" name="Text Placeholder 12">
            <a:extLst>
              <a:ext uri="{FF2B5EF4-FFF2-40B4-BE49-F238E27FC236}">
                <a16:creationId xmlns:a16="http://schemas.microsoft.com/office/drawing/2014/main" id="{98DB5DD3-41BE-3F94-9CAF-1C6AF307A27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100744" y="1880213"/>
            <a:ext cx="38520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5760">
              <a:defRPr>
                <a:solidFill>
                  <a:schemeClr val="bg1"/>
                </a:solidFill>
              </a:defRPr>
            </a:lvl3pPr>
            <a:lvl4pPr marL="548640" indent="-182880">
              <a:defRPr>
                <a:solidFill>
                  <a:schemeClr val="bg1"/>
                </a:solidFill>
              </a:defRPr>
            </a:lvl4pPr>
            <a:lvl5pPr marL="731520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21" name="Title Placeholder 1">
            <a:extLst>
              <a:ext uri="{FF2B5EF4-FFF2-40B4-BE49-F238E27FC236}">
                <a16:creationId xmlns:a16="http://schemas.microsoft.com/office/drawing/2014/main" id="{7685A54B-009E-7531-D093-9C1E6AA6E8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1F09F11E-B446-F54E-C136-D44C717D20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US" sz="1800" b="0" dirty="0">
                <a:solidFill>
                  <a:srgbClr val="D0D0CE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831862531"/>
      </p:ext>
    </p:extLst>
  </p:cSld>
  <p:clrMapOvr>
    <a:masterClrMapping/>
  </p:clrMapOvr>
  <p:transition>
    <p:fade/>
  </p:transition>
  <p:hf hdr="0" dt="0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alifications 2 x 1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A7C7A401-E3C4-4448-BB60-24DC9B089C7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102339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7C7A401-E3C4-4448-BB60-24DC9B089C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Picture Placeholder 11">
            <a:extLst>
              <a:ext uri="{FF2B5EF4-FFF2-40B4-BE49-F238E27FC236}">
                <a16:creationId xmlns:a16="http://schemas.microsoft.com/office/drawing/2014/main" id="{DFBE7610-ECB4-CA89-5B4C-9B0C6E8A5706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476744" y="1883664"/>
            <a:ext cx="1476000" cy="1476000"/>
          </a:xfrm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8" name="Picture Placeholder 11">
            <a:extLst>
              <a:ext uri="{FF2B5EF4-FFF2-40B4-BE49-F238E27FC236}">
                <a16:creationId xmlns:a16="http://schemas.microsoft.com/office/drawing/2014/main" id="{6E7011BF-A32B-4689-4585-D2226C8A39D9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0278000" y="1883664"/>
            <a:ext cx="1476000" cy="1476000"/>
          </a:xfrm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DBEB426A-016F-1B65-1168-FF2235F36C2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57200" y="3491918"/>
            <a:ext cx="5495544" cy="2880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843CBCEE-6AB3-6F31-A1DF-F3F88E1757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8D7B41BD-8ED5-299A-47F6-EACF78AFCB4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US" sz="1800" b="0" dirty="0">
                <a:solidFill>
                  <a:srgbClr val="D0D0CE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6E79773-3B23-90E9-4D48-A5FDB54800E7}"/>
              </a:ext>
            </a:extLst>
          </p:cNvPr>
          <p:cNvSpPr/>
          <p:nvPr/>
        </p:nvSpPr>
        <p:spPr>
          <a:xfrm>
            <a:off x="6245352" y="1677307"/>
            <a:ext cx="5508000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B2B04A7-88BB-C053-00D5-6E084E746EAB}"/>
              </a:ext>
            </a:extLst>
          </p:cNvPr>
          <p:cNvSpPr/>
          <p:nvPr/>
        </p:nvSpPr>
        <p:spPr>
          <a:xfrm>
            <a:off x="457200" y="1677307"/>
            <a:ext cx="5495544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746306D7-050B-5308-5E5B-4221EF4A7F66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6245352" y="3491918"/>
            <a:ext cx="5495544" cy="2880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6DE0135C-F9C3-EE2B-FE85-1B28EA0EBB82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457200" y="1876425"/>
            <a:ext cx="3922713" cy="14827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endParaRPr lang="en-US" dirty="0"/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59E80491-83AB-C6B3-9191-54EDF5F4418A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6239258" y="1876425"/>
            <a:ext cx="3922713" cy="14827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9340831"/>
      </p:ext>
    </p:extLst>
  </p:cSld>
  <p:clrMapOvr>
    <a:masterClrMapping/>
  </p:clrMapOvr>
  <p:transition>
    <p:fade/>
  </p:transition>
  <p:hf hdr="0" dt="0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4187952"/>
            <a:ext cx="8528936" cy="2169796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spcAft>
                <a:spcPts val="450"/>
              </a:spcAft>
              <a:defRPr sz="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ADCC45-3C19-3948-0E04-7130E1BB7E8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694852" y="5391335"/>
            <a:ext cx="1198880" cy="119888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8165AAD-CB29-40C9-DDB6-76BBE0FFB52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694852" y="5391335"/>
            <a:ext cx="1198880" cy="11988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413067E-6C35-538A-0F4D-694ED96021A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694852" y="5391335"/>
            <a:ext cx="1198880" cy="119888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730800F-FAB6-D47D-41C2-29C4D5E9294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7924" y="-4221"/>
            <a:ext cx="2551173" cy="1036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235614"/>
      </p:ext>
    </p:extLst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457200" y="345664"/>
            <a:ext cx="11274552" cy="34013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19" name="Text Placeholder 18"/>
          <p:cNvSpPr>
            <a:spLocks noGrp="1"/>
          </p:cNvSpPr>
          <p:nvPr>
            <p:ph type="body" idx="1"/>
          </p:nvPr>
        </p:nvSpPr>
        <p:spPr>
          <a:xfrm>
            <a:off x="460093" y="1679602"/>
            <a:ext cx="11274552" cy="466191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 smtClean="0">
                <a:solidFill>
                  <a:srgbClr val="75787B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 dirty="0">
              <a:solidFill>
                <a:srgbClr val="75787B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617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11" r:id="rId1"/>
    <p:sldLayoutId id="2147484412" r:id="rId2"/>
    <p:sldLayoutId id="2147484413" r:id="rId3"/>
    <p:sldLayoutId id="2147484414" r:id="rId4"/>
    <p:sldLayoutId id="2147484415" r:id="rId5"/>
    <p:sldLayoutId id="2147484416" r:id="rId6"/>
    <p:sldLayoutId id="2147484417" r:id="rId7"/>
    <p:sldLayoutId id="2147484418" r:id="rId8"/>
    <p:sldLayoutId id="2147484419" r:id="rId9"/>
    <p:sldLayoutId id="2147484420" r:id="rId10"/>
    <p:sldLayoutId id="2147484421" r:id="rId11"/>
    <p:sldLayoutId id="2147484422" r:id="rId12"/>
    <p:sldLayoutId id="2147484423" r:id="rId13"/>
    <p:sldLayoutId id="2147484424" r:id="rId14"/>
    <p:sldLayoutId id="2147484425" r:id="rId15"/>
    <p:sldLayoutId id="2147484426" r:id="rId16"/>
    <p:sldLayoutId id="2147484427" r:id="rId17"/>
    <p:sldLayoutId id="2147484428" r:id="rId18"/>
    <p:sldLayoutId id="2147484429" r:id="rId19"/>
    <p:sldLayoutId id="2147484430" r:id="rId20"/>
    <p:sldLayoutId id="2147484431" r:id="rId21"/>
    <p:sldLayoutId id="2147484432" r:id="rId22"/>
    <p:sldLayoutId id="2147484433" r:id="rId23"/>
    <p:sldLayoutId id="2147484434" r:id="rId24"/>
    <p:sldLayoutId id="2147484435" r:id="rId25"/>
    <p:sldLayoutId id="2147484436" r:id="rId26"/>
    <p:sldLayoutId id="2147484437" r:id="rId27"/>
    <p:sldLayoutId id="2147484438" r:id="rId28"/>
    <p:sldLayoutId id="2147484439" r:id="rId29"/>
    <p:sldLayoutId id="2147484440" r:id="rId30"/>
    <p:sldLayoutId id="2147484441" r:id="rId31"/>
    <p:sldLayoutId id="2147484442" r:id="rId32"/>
    <p:sldLayoutId id="2147484443" r:id="rId33"/>
    <p:sldLayoutId id="2147484444" r:id="rId34"/>
    <p:sldLayoutId id="2147484445" r:id="rId35"/>
    <p:sldLayoutId id="2147484446" r:id="rId36"/>
    <p:sldLayoutId id="2147484447" r:id="rId37"/>
    <p:sldLayoutId id="2147484448" r:id="rId38"/>
    <p:sldLayoutId id="2147484449" r:id="rId39"/>
    <p:sldLayoutId id="2147484450" r:id="rId40"/>
    <p:sldLayoutId id="2147484460" r:id="rId41"/>
    <p:sldLayoutId id="2147484461" r:id="rId42"/>
    <p:sldLayoutId id="2147484462" r:id="rId43"/>
    <p:sldLayoutId id="2147484463" r:id="rId44"/>
    <p:sldLayoutId id="2147484464" r:id="rId45"/>
    <p:sldLayoutId id="2147484465" r:id="rId46"/>
    <p:sldLayoutId id="2147484466" r:id="rId47"/>
    <p:sldLayoutId id="2147484467" r:id="rId48"/>
    <p:sldLayoutId id="2147484451" r:id="rId49"/>
    <p:sldLayoutId id="2147484452" r:id="rId50"/>
    <p:sldLayoutId id="2147484453" r:id="rId51"/>
    <p:sldLayoutId id="2147484454" r:id="rId52"/>
    <p:sldLayoutId id="2147484455" r:id="rId53"/>
    <p:sldLayoutId id="2147484456" r:id="rId54"/>
    <p:sldLayoutId id="2147484457" r:id="rId55"/>
    <p:sldLayoutId id="2147484458" r:id="rId56"/>
    <p:sldLayoutId id="2147484459" r:id="rId57"/>
  </p:sldLayoutIdLst>
  <p:transition>
    <p:fade/>
  </p:transition>
  <p:hf hdr="0" dt="0"/>
  <p:txStyles>
    <p:titleStyle>
      <a:lvl1pPr algn="l" defTabSz="685800" rtl="0" eaLnBrk="1" latinLnBrk="0" hangingPunct="1">
        <a:spcBef>
          <a:spcPct val="0"/>
        </a:spcBef>
        <a:buNone/>
        <a:defRPr sz="2100" kern="1200">
          <a:solidFill>
            <a:schemeClr val="tx1"/>
          </a:solidFill>
          <a:latin typeface="Aptos" panose="020B0004020202020204" pitchFamily="34" charset="0"/>
          <a:ea typeface="+mj-ea"/>
          <a:cs typeface="Calibri Light" panose="020F0302020204030204" pitchFamily="34" charset="0"/>
        </a:defRPr>
      </a:lvl1pPr>
    </p:titleStyle>
    <p:bodyStyle>
      <a:lvl1pPr marL="0" indent="0" algn="l" defTabSz="685800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SzPct val="100000"/>
        <a:buFontTx/>
        <a:buNone/>
        <a:defRPr sz="1200" b="0" kern="1200">
          <a:solidFill>
            <a:schemeClr val="tx1"/>
          </a:solidFill>
          <a:latin typeface="Aptos" panose="020B0004020202020204" pitchFamily="34" charset="0"/>
          <a:ea typeface="+mn-ea"/>
          <a:cs typeface="Calibri Light" panose="020F0302020204030204" pitchFamily="34" charset="0"/>
        </a:defRPr>
      </a:lvl1pPr>
      <a:lvl2pPr marL="179388" indent="-179388" algn="l" defTabSz="685800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ClrTx/>
        <a:buSzPct val="100000"/>
        <a:buFont typeface="Arial" panose="020B0604020202020204" pitchFamily="34" charset="0"/>
        <a:buChar char="•"/>
        <a:defRPr lang="en-US" sz="1200" b="0" kern="1200" dirty="0" smtClean="0">
          <a:solidFill>
            <a:schemeClr val="tx1"/>
          </a:solidFill>
          <a:latin typeface="Aptos" panose="020B0004020202020204" pitchFamily="34" charset="0"/>
          <a:ea typeface="+mn-ea"/>
          <a:cs typeface="Calibri Light" panose="020F0302020204030204" pitchFamily="34" charset="0"/>
        </a:defRPr>
      </a:lvl2pPr>
      <a:lvl3pPr marL="360363" indent="-180975" algn="l" defTabSz="685800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ClrTx/>
        <a:buSzPct val="100000"/>
        <a:buFont typeface="Arial" panose="020B0604020202020204" pitchFamily="34" charset="0"/>
        <a:buChar char="−"/>
        <a:defRPr lang="en-US" sz="1200" b="0" kern="1200" dirty="0" smtClean="0">
          <a:solidFill>
            <a:schemeClr val="tx1"/>
          </a:solidFill>
          <a:latin typeface="Aptos" panose="020B0004020202020204" pitchFamily="34" charset="0"/>
          <a:ea typeface="+mn-ea"/>
          <a:cs typeface="Calibri Light" panose="020F0302020204030204" pitchFamily="34" charset="0"/>
        </a:defRPr>
      </a:lvl3pPr>
      <a:lvl4pPr marL="538163" indent="-177800" algn="l" defTabSz="685800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ClrTx/>
        <a:buSzPct val="100000"/>
        <a:buFont typeface="Arial" panose="020B0604020202020204" pitchFamily="34" charset="0"/>
        <a:buChar char="◦"/>
        <a:defRPr lang="en-US" sz="1200" b="0" kern="1200" baseline="0" dirty="0" smtClean="0">
          <a:solidFill>
            <a:schemeClr val="tx1"/>
          </a:solidFill>
          <a:latin typeface="Aptos" panose="020B0004020202020204" pitchFamily="34" charset="0"/>
          <a:ea typeface="+mn-ea"/>
          <a:cs typeface="Calibri Light" panose="020F0302020204030204" pitchFamily="34" charset="0"/>
        </a:defRPr>
      </a:lvl4pPr>
      <a:lvl5pPr marL="717550" indent="-179388" algn="l" defTabSz="598885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ClrTx/>
        <a:buSzPct val="100000"/>
        <a:buFont typeface="Arial" panose="020B0604020202020204" pitchFamily="34" charset="0"/>
        <a:buChar char="−"/>
        <a:tabLst/>
        <a:defRPr lang="en-US" sz="1200" b="0" kern="1200" baseline="0" dirty="0" smtClean="0">
          <a:solidFill>
            <a:schemeClr val="tx1"/>
          </a:solidFill>
          <a:latin typeface="Aptos" panose="020B0004020202020204" pitchFamily="34" charset="0"/>
          <a:ea typeface="+mn-ea"/>
          <a:cs typeface="Calibri Light" panose="020F0302020204030204" pitchFamily="34" charset="0"/>
        </a:defRPr>
      </a:lvl5pPr>
      <a:lvl6pPr marL="399600" indent="-132300" algn="l" defTabSz="685800" rtl="0" eaLnBrk="1" latinLnBrk="0" hangingPunct="1">
        <a:spcBef>
          <a:spcPts val="0"/>
        </a:spcBef>
        <a:spcAft>
          <a:spcPts val="750"/>
        </a:spcAft>
        <a:buFont typeface="Verdana" panose="020B0604030504040204" pitchFamily="34" charset="0"/>
        <a:buChar char="−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399600" indent="-132300" algn="l" defTabSz="685800" rtl="0" eaLnBrk="1" latinLnBrk="0" hangingPunct="1">
        <a:spcBef>
          <a:spcPts val="0"/>
        </a:spcBef>
        <a:spcAft>
          <a:spcPts val="750"/>
        </a:spcAft>
        <a:buFont typeface="Verdana" panose="020B0604030504040204" pitchFamily="34" charset="0"/>
        <a:buChar char="−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399600" indent="-132300" algn="l" defTabSz="685800" rtl="0" eaLnBrk="1" latinLnBrk="0" hangingPunct="1">
        <a:spcBef>
          <a:spcPts val="0"/>
        </a:spcBef>
        <a:spcAft>
          <a:spcPts val="750"/>
        </a:spcAft>
        <a:buFont typeface="Verdana" panose="020B0604030504040204" pitchFamily="34" charset="0"/>
        <a:buChar char="−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99600" indent="-132300" algn="l" defTabSz="685800" rtl="0" eaLnBrk="1" latinLnBrk="0" hangingPunct="1">
        <a:spcBef>
          <a:spcPts val="0"/>
        </a:spcBef>
        <a:spcAft>
          <a:spcPts val="750"/>
        </a:spcAft>
        <a:buFont typeface="Verdana" panose="020B0604030504040204" pitchFamily="34" charset="0"/>
        <a:buChar char="−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95" pos="3936" userDrawn="1">
          <p15:clr>
            <a:srgbClr val="F26B43"/>
          </p15:clr>
        </p15:guide>
        <p15:guide id="96" orient="horz" pos="4008" userDrawn="1">
          <p15:clr>
            <a:srgbClr val="F26B43"/>
          </p15:clr>
        </p15:guide>
        <p15:guide id="97" orient="horz" pos="4104" userDrawn="1">
          <p15:clr>
            <a:srgbClr val="F26B43"/>
          </p15:clr>
        </p15:guide>
        <p15:guide id="98" orient="horz" pos="1056" userDrawn="1">
          <p15:clr>
            <a:srgbClr val="F26B43"/>
          </p15:clr>
        </p15:guide>
        <p15:guide id="99" pos="3840" userDrawn="1">
          <p15:clr>
            <a:srgbClr val="F26B43"/>
          </p15:clr>
        </p15:guide>
        <p15:guide id="100" pos="7392" userDrawn="1">
          <p15:clr>
            <a:srgbClr val="F26B43"/>
          </p15:clr>
        </p15:guide>
        <p15:guide id="101" orient="horz" pos="216" userDrawn="1">
          <p15:clr>
            <a:srgbClr val="F26B43"/>
          </p15:clr>
        </p15:guide>
        <p15:guide id="102" orient="horz" pos="432" userDrawn="1">
          <p15:clr>
            <a:srgbClr val="F26B43"/>
          </p15:clr>
        </p15:guide>
        <p15:guide id="103" pos="288" userDrawn="1">
          <p15:clr>
            <a:srgbClr val="F26B43"/>
          </p15:clr>
        </p15:guide>
        <p15:guide id="104" pos="374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400" dirty="0">
                <a:latin typeface="Aptos"/>
              </a:rPr>
              <a:t>RedBus </a:t>
            </a:r>
            <a:r>
              <a:rPr lang="en-US" sz="2400" dirty="0">
                <a:latin typeface="Aptos"/>
              </a:rPr>
              <a:t>as a</a:t>
            </a:r>
            <a:r>
              <a:rPr sz="2400" dirty="0">
                <a:latin typeface="Aptos"/>
              </a:rPr>
              <a:t> Bus Ticket Booking Platform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sz="1000" dirty="0">
                <a:latin typeface="Aptos"/>
              </a:rPr>
              <a:t>Scalable REST API  ·  Spring Boot 3.2  </a:t>
            </a:r>
            <a:r>
              <a:rPr lang="en-US" sz="1000" dirty="0">
                <a:latin typeface="Aptos"/>
              </a:rPr>
              <a:t>.</a:t>
            </a:r>
            <a:r>
              <a:rPr sz="1000" dirty="0">
                <a:latin typeface="Aptos"/>
              </a:rPr>
              <a:t>  Java 17  ·  MySQL + Redis  ·  June 2026</a:t>
            </a:r>
          </a:p>
        </p:txBody>
      </p:sp>
      <p:pic>
        <p:nvPicPr>
          <p:cNvPr id="4" name="Picture Placeholder 3" descr="GettyImages-1148091793.jpg"/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l="21875" r="21875"/>
          <a:stretch>
            <a:fillRect/>
          </a:stretch>
        </p:blipFill>
        <p:spPr/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dirty="0">
                <a:latin typeface="Aptos"/>
              </a:rPr>
              <a:t>Project Overview  ·  Business Problem  ·  Solution Approach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ptos"/>
              </a:rPr>
              <a:t>A unified booking API eliminates fragmented, unsafe bus reservation experiences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5212080" cy="365760"/>
          </a:xfrm>
          <a:prstGeom prst="roundRect">
            <a:avLst/>
          </a:prstGeom>
          <a:solidFill>
            <a:srgbClr val="535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600200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ptos"/>
              </a:rPr>
              <a:t>WHAT IS REDBUS CLONE?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" y="2029968"/>
            <a:ext cx="54864" cy="146304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1828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3A8A"/>
                </a:solidFill>
                <a:latin typeface="Aptos"/>
              </a:rPr>
              <a:t>Production-ready REST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23744" y="1956816"/>
            <a:ext cx="299923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3565A"/>
                </a:solidFill>
                <a:latin typeface="Aptos"/>
              </a:rPr>
              <a:t>Modeled after RedBus.com, built on Spring Boot 3.2 / Java 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" y="2450592"/>
            <a:ext cx="54864" cy="146304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6656" y="2377440"/>
            <a:ext cx="1828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3A8A"/>
                </a:solidFill>
                <a:latin typeface="Aptos"/>
              </a:rPr>
              <a:t>For Passengers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23744" y="2377440"/>
            <a:ext cx="299923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3565A"/>
                </a:solidFill>
                <a:latin typeface="Aptos"/>
              </a:rPr>
              <a:t>Search buses, block seats (10-min hold), book, view history, cancel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064" y="2871216"/>
            <a:ext cx="54864" cy="146304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6656" y="2798064"/>
            <a:ext cx="1828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3A8A"/>
                </a:solidFill>
                <a:latin typeface="Aptos"/>
              </a:rPr>
              <a:t>For Administrators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23744" y="2798064"/>
            <a:ext cx="29992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53565A"/>
                </a:solidFill>
                <a:latin typeface="Aptos"/>
              </a:rPr>
              <a:t>Manage full bus fleet </a:t>
            </a:r>
            <a:r>
              <a:rPr lang="en-US" sz="1000" dirty="0">
                <a:solidFill>
                  <a:srgbClr val="53565A"/>
                </a:solidFill>
                <a:latin typeface="Aptos"/>
              </a:rPr>
              <a:t>are</a:t>
            </a:r>
            <a:r>
              <a:rPr sz="1000" b="0" i="0" dirty="0">
                <a:solidFill>
                  <a:srgbClr val="53565A"/>
                </a:solidFill>
                <a:latin typeface="Aptos"/>
              </a:rPr>
              <a:t> add, update, delete buses and routes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2064" y="3291840"/>
            <a:ext cx="54864" cy="146304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6656" y="3218688"/>
            <a:ext cx="1828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3A8A"/>
                </a:solidFill>
                <a:latin typeface="Aptos"/>
              </a:rPr>
              <a:t>Fully stateless &amp; secure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23744" y="3218688"/>
            <a:ext cx="299923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53565A"/>
                </a:solidFill>
                <a:latin typeface="Aptos"/>
              </a:rPr>
              <a:t>JWT auth, Redis caching, MySQL persistence, BCrypt passwords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730752"/>
            <a:ext cx="5212080" cy="365760"/>
          </a:xfrm>
          <a:prstGeom prst="roundRect">
            <a:avLst/>
          </a:prstGeom>
          <a:solidFill>
            <a:srgbClr val="172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03504" y="3803904"/>
            <a:ext cx="491947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FFFFFF"/>
                </a:solidFill>
                <a:latin typeface="Aptos"/>
              </a:rPr>
              <a:t>Stack: Spring Boot 3.2 · Java 17 · MySQL 8 · Redis · JWT (HS256) · Actuator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06440" y="1554480"/>
            <a:ext cx="45720" cy="4206240"/>
          </a:xfrm>
          <a:prstGeom prst="round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907024" y="1554480"/>
            <a:ext cx="5824728" cy="365760"/>
          </a:xfrm>
          <a:prstGeom prst="roundRect">
            <a:avLst/>
          </a:prstGeom>
          <a:solidFill>
            <a:srgbClr val="535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053328" y="1600200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ptos"/>
              </a:rPr>
              <a:t>THE CHALLENGE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16752" y="2011680"/>
            <a:ext cx="54864" cy="146304"/>
          </a:xfrm>
          <a:prstGeom prst="roundRect">
            <a:avLst/>
          </a:prstGeom>
          <a:solidFill>
            <a:srgbClr val="979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163056" y="1956816"/>
            <a:ext cx="54864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53565A"/>
                </a:solidFill>
                <a:latin typeface="Aptos"/>
              </a:rPr>
              <a:t>Manual bookings  no real-time seat availability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16752" y="2377440"/>
            <a:ext cx="54864" cy="146304"/>
          </a:xfrm>
          <a:prstGeom prst="roundRect">
            <a:avLst/>
          </a:prstGeom>
          <a:solidFill>
            <a:srgbClr val="979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163056" y="2322576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3565A"/>
                </a:solidFill>
                <a:latin typeface="Aptos"/>
              </a:rPr>
              <a:t>Double-booking risk on shared seats under concurrent traffic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16752" y="2743200"/>
            <a:ext cx="54864" cy="146304"/>
          </a:xfrm>
          <a:prstGeom prst="roundRect">
            <a:avLst/>
          </a:prstGeom>
          <a:solidFill>
            <a:srgbClr val="979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163056" y="2688336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3565A"/>
                </a:solidFill>
                <a:latin typeface="Aptos"/>
              </a:rPr>
              <a:t>No auto-release when users abandon incomplete bookings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16752" y="3108960"/>
            <a:ext cx="54864" cy="146304"/>
          </a:xfrm>
          <a:prstGeom prst="roundRect">
            <a:avLst/>
          </a:prstGeom>
          <a:solidFill>
            <a:srgbClr val="979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163056" y="3054096"/>
            <a:ext cx="54864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53565A"/>
                </a:solidFill>
                <a:latin typeface="Aptos"/>
              </a:rPr>
              <a:t>Fragmented validation </a:t>
            </a:r>
            <a:r>
              <a:rPr lang="en-US" sz="1000" dirty="0">
                <a:solidFill>
                  <a:srgbClr val="53565A"/>
                </a:solidFill>
                <a:latin typeface="Aptos"/>
              </a:rPr>
              <a:t>are</a:t>
            </a:r>
            <a:r>
              <a:rPr sz="1000" b="0" i="0" dirty="0">
                <a:solidFill>
                  <a:srgbClr val="53565A"/>
                </a:solidFill>
                <a:latin typeface="Aptos"/>
              </a:rPr>
              <a:t> poor passenger data quality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07024" y="3456432"/>
            <a:ext cx="5824728" cy="3657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053328" y="3502151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ptos"/>
              </a:rPr>
              <a:t>THE SOLUTION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016752" y="3931920"/>
            <a:ext cx="54864" cy="146304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163056" y="3877056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3565A"/>
                </a:solidFill>
                <a:latin typeface="Aptos"/>
              </a:rPr>
              <a:t>Live MySQL availability with unique seat constraint per bus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016752" y="4297680"/>
            <a:ext cx="54864" cy="146304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163056" y="4242816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3565A"/>
                </a:solidFill>
                <a:latin typeface="Aptos"/>
              </a:rPr>
              <a:t>DB-level UNIQUE(busId, seatNumber) prevents any duplicate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016752" y="4663440"/>
            <a:ext cx="54864" cy="146304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163056" y="4608576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3565A"/>
                </a:solidFill>
                <a:latin typeface="Aptos"/>
              </a:rPr>
              <a:t>Scheduler releases unconfirmed holds every 60 seconds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016752" y="5029200"/>
            <a:ext cx="54864" cy="146304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163056" y="4974336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3565A"/>
                </a:solidFill>
                <a:latin typeface="Aptos"/>
              </a:rPr>
              <a:t>CentralizedValidator: mobile, DOB, email, password rules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ptos"/>
              </a:rPr>
              <a:t>A four-tier layered architecture backed by an enterprise Java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2743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3565A"/>
                </a:solidFill>
                <a:latin typeface="Aptos"/>
              </a:rPr>
              <a:t>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82496"/>
            <a:ext cx="2011680" cy="493776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1801368"/>
            <a:ext cx="18653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CLIENT TIER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14600" y="1682496"/>
            <a:ext cx="9217152" cy="49377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670048" y="1792224"/>
            <a:ext cx="89611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53565A"/>
                </a:solidFill>
                <a:latin typeface="Aptos"/>
              </a:rPr>
              <a:t>Web / Mobile REST consumers  </a:t>
            </a:r>
            <a:r>
              <a:rPr lang="en-US" sz="1000" b="0" i="0" dirty="0">
                <a:solidFill>
                  <a:srgbClr val="53565A"/>
                </a:solidFill>
                <a:latin typeface="Aptos"/>
              </a:rPr>
              <a:t>-&gt;</a:t>
            </a:r>
            <a:r>
              <a:rPr sz="1000" b="0" i="0" dirty="0">
                <a:solidFill>
                  <a:srgbClr val="53565A"/>
                </a:solidFill>
                <a:latin typeface="Aptos"/>
              </a:rPr>
              <a:t>  HTTP / HTTPS JSON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25880" y="2176272"/>
            <a:ext cx="73152" cy="54864"/>
          </a:xfrm>
          <a:prstGeom prst="roundRect">
            <a:avLst/>
          </a:prstGeom>
          <a:solidFill>
            <a:srgbClr val="979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57200" y="2231136"/>
            <a:ext cx="2011680" cy="493776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30352" y="2350008"/>
            <a:ext cx="18653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SECURITY FILTER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14600" y="2231136"/>
            <a:ext cx="9217152" cy="49377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670048" y="2340864"/>
            <a:ext cx="89611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 err="1">
                <a:solidFill>
                  <a:srgbClr val="53565A"/>
                </a:solidFill>
                <a:latin typeface="Aptos"/>
              </a:rPr>
              <a:t>JwtAuthFilter</a:t>
            </a:r>
            <a:r>
              <a:rPr sz="1000" b="0" i="0" dirty="0">
                <a:solidFill>
                  <a:srgbClr val="53565A"/>
                </a:solidFill>
                <a:latin typeface="Aptos"/>
              </a:rPr>
              <a:t> validates Bearer tokens on every request · Spring Security role guards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25880" y="2724912"/>
            <a:ext cx="73152" cy="54864"/>
          </a:xfrm>
          <a:prstGeom prst="roundRect">
            <a:avLst/>
          </a:prstGeom>
          <a:solidFill>
            <a:srgbClr val="979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57200" y="2779776"/>
            <a:ext cx="2011680" cy="493776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0352" y="2898648"/>
            <a:ext cx="18653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APPLICATION TIER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14600" y="2779776"/>
            <a:ext cx="9217152" cy="49377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670048" y="2889504"/>
            <a:ext cx="89611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53565A"/>
                </a:solidFill>
                <a:latin typeface="Aptos"/>
              </a:rPr>
              <a:t>Controllers </a:t>
            </a:r>
            <a:r>
              <a:rPr lang="en-US" sz="1000" dirty="0">
                <a:solidFill>
                  <a:srgbClr val="53565A"/>
                </a:solidFill>
                <a:latin typeface="Aptos"/>
              </a:rPr>
              <a:t>-&gt; </a:t>
            </a:r>
            <a:r>
              <a:rPr sz="1000" b="0" i="0" dirty="0">
                <a:solidFill>
                  <a:srgbClr val="53565A"/>
                </a:solidFill>
                <a:latin typeface="Aptos"/>
              </a:rPr>
              <a:t> Services </a:t>
            </a:r>
            <a:r>
              <a:rPr lang="en-US" sz="1000" dirty="0">
                <a:solidFill>
                  <a:srgbClr val="53565A"/>
                </a:solidFill>
                <a:latin typeface="Aptos"/>
              </a:rPr>
              <a:t>-&gt;</a:t>
            </a:r>
            <a:r>
              <a:rPr sz="1000" b="0" i="0" dirty="0">
                <a:solidFill>
                  <a:srgbClr val="53565A"/>
                </a:solidFill>
                <a:latin typeface="Aptos"/>
              </a:rPr>
              <a:t> Repositories · Background Scheduler (seat expiry)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25880" y="3273552"/>
            <a:ext cx="73152" cy="54864"/>
          </a:xfrm>
          <a:prstGeom prst="roundRect">
            <a:avLst/>
          </a:prstGeom>
          <a:solidFill>
            <a:srgbClr val="979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57200" y="3328416"/>
            <a:ext cx="2011680" cy="493776"/>
          </a:xfrm>
          <a:prstGeom prst="round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30352" y="3447288"/>
            <a:ext cx="18653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DATA TIER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514600" y="3328416"/>
            <a:ext cx="9217152" cy="49377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670048" y="3438144"/>
            <a:ext cx="89611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53565A"/>
                </a:solidFill>
                <a:latin typeface="Aptos"/>
              </a:rPr>
              <a:t>MySQL 8 </a:t>
            </a:r>
            <a:r>
              <a:rPr lang="en-US" sz="1000" dirty="0">
                <a:solidFill>
                  <a:srgbClr val="53565A"/>
                </a:solidFill>
                <a:latin typeface="Aptos"/>
              </a:rPr>
              <a:t>are</a:t>
            </a:r>
            <a:r>
              <a:rPr sz="1000" b="0" i="0" dirty="0">
                <a:solidFill>
                  <a:srgbClr val="53565A"/>
                </a:solidFill>
                <a:latin typeface="Aptos"/>
              </a:rPr>
              <a:t> 5 tables · Redis / </a:t>
            </a:r>
            <a:r>
              <a:rPr sz="1000" b="0" i="0" dirty="0" err="1">
                <a:solidFill>
                  <a:srgbClr val="53565A"/>
                </a:solidFill>
                <a:latin typeface="Aptos"/>
              </a:rPr>
              <a:t>Memurai</a:t>
            </a:r>
            <a:r>
              <a:rPr sz="1000" b="0" i="0" dirty="0">
                <a:solidFill>
                  <a:srgbClr val="53565A"/>
                </a:solidFill>
                <a:latin typeface="Aptos"/>
              </a:rPr>
              <a:t> </a:t>
            </a:r>
            <a:r>
              <a:rPr lang="en-US" sz="1000" dirty="0">
                <a:solidFill>
                  <a:srgbClr val="53565A"/>
                </a:solidFill>
                <a:latin typeface="Aptos"/>
              </a:rPr>
              <a:t>are</a:t>
            </a:r>
            <a:r>
              <a:rPr sz="1000" b="0" i="0" dirty="0">
                <a:solidFill>
                  <a:srgbClr val="53565A"/>
                </a:solidFill>
                <a:latin typeface="Aptos"/>
              </a:rPr>
              <a:t> 6 cache regions with per-region TTL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986784"/>
            <a:ext cx="11274552" cy="36576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4059936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3565A"/>
                </a:solidFill>
                <a:latin typeface="Aptos"/>
              </a:rPr>
              <a:t>TECHNOLOGY STACK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315968"/>
            <a:ext cx="3547872" cy="329184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48640" y="4389120"/>
            <a:ext cx="336499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ptos"/>
              </a:rPr>
              <a:t>Backend &amp; Build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645152"/>
            <a:ext cx="3547872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48640" y="4718304"/>
            <a:ext cx="336499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53565A"/>
                </a:solidFill>
                <a:latin typeface="Aptos"/>
              </a:rPr>
              <a:t>Java 17  ·  Spring Boot 3.2.0  ·  Maven 3.8+  ·  Lombok  ·  Jackson JSR310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33087" y="4315968"/>
            <a:ext cx="3547872" cy="329184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224527" y="4389120"/>
            <a:ext cx="336499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ptos"/>
              </a:rPr>
              <a:t>Data &amp; Caching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33087" y="4645152"/>
            <a:ext cx="3547872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224527" y="4718304"/>
            <a:ext cx="336499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53565A"/>
                </a:solidFill>
                <a:latin typeface="Aptos"/>
              </a:rPr>
              <a:t>MySQL 8 </a:t>
            </a:r>
            <a:r>
              <a:rPr lang="en-US" sz="1000" b="0" i="0" dirty="0">
                <a:solidFill>
                  <a:srgbClr val="53565A"/>
                </a:solidFill>
                <a:latin typeface="Aptos"/>
              </a:rPr>
              <a:t>+ </a:t>
            </a:r>
            <a:r>
              <a:rPr sz="1000" b="0" i="0" dirty="0">
                <a:solidFill>
                  <a:srgbClr val="53565A"/>
                </a:solidFill>
                <a:latin typeface="Aptos"/>
              </a:rPr>
              <a:t>·  Spring Data JPA  ·  Hibernate  ·  Redis / Memurai  ·  Spring Cache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808975" y="4315968"/>
            <a:ext cx="3547872" cy="329184"/>
          </a:xfrm>
          <a:prstGeom prst="round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900415" y="4389120"/>
            <a:ext cx="336499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ptos"/>
              </a:rPr>
              <a:t>Security &amp; Monitoring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808975" y="4645152"/>
            <a:ext cx="3547872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900415" y="4718304"/>
            <a:ext cx="336499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53565A"/>
                </a:solidFill>
                <a:latin typeface="Aptos"/>
              </a:rPr>
              <a:t>Spring Security  ·  JWT JJWT 0.12.3  ·  BCryptPasswordEncoder  ·  Spring Boot Actuator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5724144"/>
            <a:ext cx="112745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7999B"/>
                </a:solidFill>
                <a:latin typeface="Aptos"/>
              </a:rPr>
              <a:t>Architecture and stack â€” Deloitte analysis of source code (pom.xml, application.properties)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dirty="0">
                <a:latin typeface="Aptos"/>
              </a:rPr>
              <a:t>User Management  ·  Bus Search  ·  Seat Booking Flow  ·  Booking Management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ptos"/>
              </a:rPr>
              <a:t>Four core modules cover the complete bus-booking lifecycle</a:t>
            </a:r>
          </a:p>
        </p:txBody>
      </p:sp>
      <p:sp>
        <p:nvSpPr>
          <p:cNvPr id="4" name="Oval 3"/>
          <p:cNvSpPr/>
          <p:nvPr/>
        </p:nvSpPr>
        <p:spPr>
          <a:xfrm>
            <a:off x="1563624" y="1554480"/>
            <a:ext cx="475488" cy="47548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26883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B82F6"/>
                </a:solidFill>
                <a:latin typeface="Aptos"/>
              </a:rPr>
              <a:t>User
Management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596896"/>
            <a:ext cx="2688336" cy="168249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85216" y="2770632"/>
            <a:ext cx="64008" cy="1371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706624"/>
            <a:ext cx="23408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3565A"/>
                </a:solidFill>
                <a:latin typeface="Aptos"/>
              </a:rPr>
              <a:t>Register with full input validation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" y="3136391"/>
            <a:ext cx="64008" cy="1371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3072384"/>
            <a:ext cx="234086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53565A"/>
                </a:solidFill>
                <a:latin typeface="Aptos"/>
              </a:rPr>
              <a:t>Sign in </a:t>
            </a:r>
            <a:r>
              <a:rPr lang="en-US" sz="1000" dirty="0">
                <a:solidFill>
                  <a:srgbClr val="53565A"/>
                </a:solidFill>
                <a:latin typeface="Aptos"/>
              </a:rPr>
              <a:t>-&gt;</a:t>
            </a:r>
            <a:r>
              <a:rPr sz="1000" b="0" i="0" dirty="0">
                <a:solidFill>
                  <a:srgbClr val="53565A"/>
                </a:solidFill>
                <a:latin typeface="Aptos"/>
              </a:rPr>
              <a:t> JWT token (3600s expiry)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5216" y="3502151"/>
            <a:ext cx="64008" cy="1371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3438144"/>
            <a:ext cx="234086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53565A"/>
                </a:solidFill>
                <a:latin typeface="Aptos"/>
              </a:rPr>
              <a:t>Sign out </a:t>
            </a:r>
            <a:r>
              <a:rPr lang="en-US" sz="1000" dirty="0">
                <a:solidFill>
                  <a:srgbClr val="53565A"/>
                </a:solidFill>
                <a:latin typeface="Aptos"/>
              </a:rPr>
              <a:t>-&gt;</a:t>
            </a:r>
            <a:r>
              <a:rPr sz="1000" b="0" i="0" dirty="0">
                <a:solidFill>
                  <a:srgbClr val="53565A"/>
                </a:solidFill>
                <a:latin typeface="Aptos"/>
              </a:rPr>
              <a:t> token blacklisted instantly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5216" y="3867912"/>
            <a:ext cx="64008" cy="1371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3803904"/>
            <a:ext cx="23408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53565A"/>
                </a:solidFill>
                <a:latin typeface="Aptos"/>
              </a:rPr>
              <a:t>BCrypt password hashing throughout</a:t>
            </a:r>
          </a:p>
        </p:txBody>
      </p:sp>
      <p:sp>
        <p:nvSpPr>
          <p:cNvPr id="15" name="Oval 14"/>
          <p:cNvSpPr/>
          <p:nvPr/>
        </p:nvSpPr>
        <p:spPr>
          <a:xfrm>
            <a:off x="4425696" y="1554480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19272" y="2103120"/>
            <a:ext cx="26883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7C3AED"/>
                </a:solidFill>
                <a:latin typeface="Aptos"/>
              </a:rPr>
              <a:t>Bus Search
&amp; Browse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19272" y="2596896"/>
            <a:ext cx="2688336" cy="168249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3447288" y="2770632"/>
            <a:ext cx="64008" cy="13716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593591" y="2706624"/>
            <a:ext cx="23408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3565A"/>
                </a:solidFill>
                <a:latin typeface="Aptos"/>
              </a:rPr>
              <a:t>Search by from / to / travel date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47288" y="3136391"/>
            <a:ext cx="64008" cy="13716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593591" y="3072384"/>
            <a:ext cx="23408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3565A"/>
                </a:solidFill>
                <a:latin typeface="Aptos"/>
              </a:rPr>
              <a:t>Results cached in Redis (15 min TTL)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47288" y="3502151"/>
            <a:ext cx="64008" cy="13716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593591" y="3438144"/>
            <a:ext cx="23408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3565A"/>
                </a:solidFill>
                <a:latin typeface="Aptos"/>
              </a:rPr>
              <a:t>Reduces DB load on repeated queries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47288" y="3867912"/>
            <a:ext cx="64008" cy="13716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593591" y="3803904"/>
            <a:ext cx="23408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3565A"/>
                </a:solidFill>
                <a:latin typeface="Aptos"/>
              </a:rPr>
              <a:t>Returns available seat count per bus</a:t>
            </a:r>
          </a:p>
        </p:txBody>
      </p:sp>
      <p:sp>
        <p:nvSpPr>
          <p:cNvPr id="26" name="Oval 25"/>
          <p:cNvSpPr/>
          <p:nvPr/>
        </p:nvSpPr>
        <p:spPr>
          <a:xfrm>
            <a:off x="7287768" y="1554480"/>
            <a:ext cx="475488" cy="475488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81344" y="2103120"/>
            <a:ext cx="26883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D4ED8"/>
                </a:solidFill>
                <a:latin typeface="Aptos"/>
              </a:rPr>
              <a:t>Seat Booking
Flow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81344" y="2596896"/>
            <a:ext cx="2688336" cy="168249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309359" y="2770632"/>
            <a:ext cx="64008" cy="137160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55664" y="2706624"/>
            <a:ext cx="234086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53565A"/>
                </a:solidFill>
                <a:latin typeface="Aptos"/>
              </a:rPr>
              <a:t>Block seat </a:t>
            </a:r>
            <a:r>
              <a:rPr lang="en-US" sz="1000" dirty="0">
                <a:solidFill>
                  <a:srgbClr val="53565A"/>
                </a:solidFill>
                <a:latin typeface="Aptos"/>
              </a:rPr>
              <a:t>-&gt;</a:t>
            </a:r>
            <a:r>
              <a:rPr sz="1000" b="0" i="0" dirty="0">
                <a:solidFill>
                  <a:srgbClr val="53565A"/>
                </a:solidFill>
                <a:latin typeface="Aptos"/>
              </a:rPr>
              <a:t> 10-minute hold window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09359" y="3136391"/>
            <a:ext cx="64008" cy="137160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55664" y="3072384"/>
            <a:ext cx="23408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3565A"/>
                </a:solidFill>
                <a:latin typeface="Aptos"/>
              </a:rPr>
              <a:t>Submit passenger details to confirm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09359" y="3502151"/>
            <a:ext cx="64008" cy="137160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55664" y="3438144"/>
            <a:ext cx="23408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3565A"/>
                </a:solidFill>
                <a:latin typeface="Aptos"/>
              </a:rPr>
              <a:t>Auto-release scheduler every 60 sec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09359" y="3867912"/>
            <a:ext cx="64008" cy="137160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55664" y="3803904"/>
            <a:ext cx="23408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3565A"/>
                </a:solidFill>
                <a:latin typeface="Aptos"/>
              </a:rPr>
              <a:t>UNIQUE(busId, seatNumber) prevents doubles</a:t>
            </a:r>
          </a:p>
        </p:txBody>
      </p:sp>
      <p:sp>
        <p:nvSpPr>
          <p:cNvPr id="37" name="Oval 36"/>
          <p:cNvSpPr/>
          <p:nvPr/>
        </p:nvSpPr>
        <p:spPr>
          <a:xfrm>
            <a:off x="10158984" y="1554480"/>
            <a:ext cx="475488" cy="475488"/>
          </a:xfrm>
          <a:prstGeom prst="ellipse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2103120"/>
            <a:ext cx="26883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12E81"/>
                </a:solidFill>
                <a:latin typeface="Aptos"/>
              </a:rPr>
              <a:t>Booking
Management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052560" y="2596896"/>
            <a:ext cx="2688336" cy="168249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9180576" y="2770632"/>
            <a:ext cx="64008" cy="137160"/>
          </a:xfrm>
          <a:prstGeom prst="round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326880" y="2706624"/>
            <a:ext cx="23408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3565A"/>
                </a:solidFill>
                <a:latin typeface="Aptos"/>
              </a:rPr>
              <a:t>View full history per authenticated user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180576" y="3136391"/>
            <a:ext cx="64008" cy="137160"/>
          </a:xfrm>
          <a:prstGeom prst="round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326880" y="3072384"/>
            <a:ext cx="23408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3565A"/>
                </a:solidFill>
                <a:latin typeface="Aptos"/>
              </a:rPr>
              <a:t>Cancel ticket via DELETE endpoint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180576" y="3502151"/>
            <a:ext cx="64008" cy="137160"/>
          </a:xfrm>
          <a:prstGeom prst="round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326880" y="3438144"/>
            <a:ext cx="23408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3565A"/>
                </a:solidFill>
                <a:latin typeface="Aptos"/>
              </a:rPr>
              <a:t>@Transactional: atomic seat release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180576" y="3867912"/>
            <a:ext cx="64008" cy="137160"/>
          </a:xfrm>
          <a:prstGeom prst="round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326880" y="3803904"/>
            <a:ext cx="23408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3565A"/>
                </a:solidFill>
                <a:latin typeface="Aptos"/>
              </a:rPr>
              <a:t>Available count restored on cancellation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7200" y="4480559"/>
            <a:ext cx="11274552" cy="402336"/>
          </a:xfrm>
          <a:prstGeom prst="roundRect">
            <a:avLst/>
          </a:prstGeom>
          <a:solidFill>
            <a:srgbClr val="172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40080" y="4571999"/>
            <a:ext cx="109087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ptos"/>
              </a:rPr>
              <a:t>Key Differentiator: Automated seat-hold expiry + atomic cancellations enable safe concurrent real-world traffic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ptos"/>
              </a:rPr>
              <a:t>Stateless JWT security and 15 role-guarded endpoints protect every operation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2743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3565A"/>
                </a:solidFill>
                <a:latin typeface="Aptos"/>
              </a:rPr>
              <a:t>JWT SECURITY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82496"/>
            <a:ext cx="329184" cy="493776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4632" y="1810512"/>
            <a:ext cx="274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82496"/>
            <a:ext cx="4754880" cy="49377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9264" y="1737360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B82F6"/>
                </a:solidFill>
                <a:latin typeface="Aptos"/>
              </a:rPr>
              <a:t>Sign 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1737360"/>
            <a:ext cx="321868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53565A"/>
                </a:solidFill>
                <a:latin typeface="Aptos"/>
              </a:rPr>
              <a:t>Email + password </a:t>
            </a:r>
            <a:r>
              <a:rPr lang="en-US" sz="1000" dirty="0">
                <a:solidFill>
                  <a:srgbClr val="53565A"/>
                </a:solidFill>
                <a:latin typeface="Aptos"/>
              </a:rPr>
              <a:t>at </a:t>
            </a:r>
            <a:r>
              <a:rPr sz="1000" b="0" i="0" dirty="0">
                <a:solidFill>
                  <a:srgbClr val="53565A"/>
                </a:solidFill>
                <a:latin typeface="Aptos"/>
              </a:rPr>
              <a:t>BCrypt verify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176272"/>
            <a:ext cx="54864" cy="54864"/>
          </a:xfrm>
          <a:prstGeom prst="roundRect">
            <a:avLst/>
          </a:prstGeom>
          <a:solidFill>
            <a:srgbClr val="979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57200" y="2231136"/>
            <a:ext cx="329184" cy="493776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4632" y="2359152"/>
            <a:ext cx="274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231136"/>
            <a:ext cx="4754880" cy="49377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9264" y="2286000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D4ED8"/>
                </a:solidFill>
                <a:latin typeface="Aptos"/>
              </a:rPr>
              <a:t>Token Issued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2286000"/>
            <a:ext cx="32186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3565A"/>
                </a:solidFill>
                <a:latin typeface="Aptos"/>
              </a:rPr>
              <a:t>HS256 JWT with userId + role, 3600s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2724912"/>
            <a:ext cx="54864" cy="54864"/>
          </a:xfrm>
          <a:prstGeom prst="roundRect">
            <a:avLst/>
          </a:prstGeom>
          <a:solidFill>
            <a:srgbClr val="979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57200" y="2779776"/>
            <a:ext cx="329184" cy="493776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84632" y="2907792"/>
            <a:ext cx="274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2779776"/>
            <a:ext cx="4754880" cy="49377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9264" y="2834640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  <a:latin typeface="Aptos"/>
              </a:rPr>
              <a:t>Each Request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2834640"/>
            <a:ext cx="32186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3565A"/>
                </a:solidFill>
                <a:latin typeface="Aptos"/>
              </a:rPr>
              <a:t>JWT Filter validates signature &amp; expiry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3273552"/>
            <a:ext cx="54864" cy="54864"/>
          </a:xfrm>
          <a:prstGeom prst="roundRect">
            <a:avLst/>
          </a:prstGeom>
          <a:solidFill>
            <a:srgbClr val="979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457200" y="3328416"/>
            <a:ext cx="329184" cy="493776"/>
          </a:xfrm>
          <a:prstGeom prst="roundRect">
            <a:avLst/>
          </a:prstGeom>
          <a:solidFill>
            <a:srgbClr val="4C3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84632" y="3456432"/>
            <a:ext cx="274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3328416"/>
            <a:ext cx="4754880" cy="49377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69264" y="3383280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C3AA8"/>
                </a:solidFill>
                <a:latin typeface="Aptos"/>
              </a:rPr>
              <a:t>Role Guard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0" y="3383280"/>
            <a:ext cx="32186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3565A"/>
                </a:solidFill>
                <a:latin typeface="Aptos"/>
              </a:rPr>
              <a:t>@PreAuthorize: USER vs ADMIN per route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3822192"/>
            <a:ext cx="54864" cy="54864"/>
          </a:xfrm>
          <a:prstGeom prst="roundRect">
            <a:avLst/>
          </a:prstGeom>
          <a:solidFill>
            <a:srgbClr val="979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457200" y="3877056"/>
            <a:ext cx="329184" cy="493776"/>
          </a:xfrm>
          <a:prstGeom prst="round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84632" y="4005072"/>
            <a:ext cx="274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3877056"/>
            <a:ext cx="4754880" cy="49377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69264" y="3931920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12E81"/>
                </a:solidFill>
                <a:latin typeface="Aptos"/>
              </a:rPr>
              <a:t>Sign Out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86000" y="3931920"/>
            <a:ext cx="32186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3565A"/>
                </a:solidFill>
                <a:latin typeface="Aptos"/>
              </a:rPr>
              <a:t>Token blacklisted, future calls rejected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4480559"/>
            <a:ext cx="5120640" cy="457200"/>
          </a:xfrm>
          <a:prstGeom prst="round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03504" y="4517136"/>
            <a:ext cx="4846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53565A"/>
                </a:solidFill>
                <a:latin typeface="Aptos"/>
              </a:rPr>
              <a:t>Validator: mobile 10-digit ·  DOB age </a:t>
            </a:r>
            <a:r>
              <a:rPr lang="en-US" sz="1000" b="0" i="0" dirty="0">
                <a:solidFill>
                  <a:srgbClr val="53565A"/>
                </a:solidFill>
                <a:latin typeface="Aptos"/>
              </a:rPr>
              <a:t> &gt;=</a:t>
            </a:r>
            <a:r>
              <a:rPr sz="1000" b="0" i="0" dirty="0">
                <a:solidFill>
                  <a:srgbClr val="53565A"/>
                </a:solidFill>
                <a:latin typeface="Aptos"/>
              </a:rPr>
              <a:t>18  ·  email format  ·  password strength (8+ chars)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760720" y="1463040"/>
            <a:ext cx="45720" cy="4389120"/>
          </a:xfrm>
          <a:prstGeom prst="round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897880" y="1463040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3565A"/>
                </a:solidFill>
                <a:latin typeface="Aptos"/>
              </a:rPr>
              <a:t>API ENDPOINTS BY ACCESS TIER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897880" y="1682496"/>
            <a:ext cx="5833872" cy="329184"/>
          </a:xfrm>
          <a:prstGeom prst="roundRect">
            <a:avLst/>
          </a:prstGeom>
          <a:solidFill>
            <a:srgbClr val="535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035040" y="1746504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ptos"/>
              </a:rPr>
              <a:t>PUBLIC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17536" y="1746504"/>
            <a:ext cx="38953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  <a:latin typeface="Aptos"/>
              </a:rPr>
              <a:t>No Auth Required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897880" y="2011680"/>
            <a:ext cx="5833872" cy="78638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5998464" y="2167128"/>
            <a:ext cx="54864" cy="146304"/>
          </a:xfrm>
          <a:prstGeom prst="roundRect">
            <a:avLst/>
          </a:prstGeom>
          <a:solidFill>
            <a:srgbClr val="535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108192" y="2103120"/>
            <a:ext cx="26883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3565A"/>
                </a:solidFill>
                <a:latin typeface="Aptos"/>
              </a:rPr>
              <a:t>/signUp  (POST)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833104" y="2167128"/>
            <a:ext cx="54864" cy="146304"/>
          </a:xfrm>
          <a:prstGeom prst="roundRect">
            <a:avLst/>
          </a:prstGeom>
          <a:solidFill>
            <a:srgbClr val="535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942832" y="2103120"/>
            <a:ext cx="26883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3565A"/>
                </a:solidFill>
                <a:latin typeface="Aptos"/>
              </a:rPr>
              <a:t>/signIn  (POST)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998464" y="2496312"/>
            <a:ext cx="54864" cy="146304"/>
          </a:xfrm>
          <a:prstGeom prst="roundRect">
            <a:avLst/>
          </a:prstGeom>
          <a:solidFill>
            <a:srgbClr val="535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108192" y="2432304"/>
            <a:ext cx="26883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3565A"/>
                </a:solidFill>
                <a:latin typeface="Aptos"/>
              </a:rPr>
              <a:t>/BusSearch  (GET)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833104" y="2496312"/>
            <a:ext cx="54864" cy="146304"/>
          </a:xfrm>
          <a:prstGeom prst="roundRect">
            <a:avLst/>
          </a:prstGeom>
          <a:solidFill>
            <a:srgbClr val="535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942832" y="2432304"/>
            <a:ext cx="26883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3565A"/>
                </a:solidFill>
                <a:latin typeface="Aptos"/>
              </a:rPr>
              <a:t>/admin login  (POST)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897880" y="2852928"/>
            <a:ext cx="5833872" cy="329184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035040" y="2916936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ptos"/>
              </a:rPr>
              <a:t>USER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17536" y="2916936"/>
            <a:ext cx="38953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  <a:latin typeface="Aptos"/>
              </a:rPr>
              <a:t>JWT Bearer Token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897880" y="3182112"/>
            <a:ext cx="5833872" cy="11155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998464" y="3337560"/>
            <a:ext cx="54864" cy="146304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108192" y="3273552"/>
            <a:ext cx="26883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3565A"/>
                </a:solidFill>
                <a:latin typeface="Aptos"/>
              </a:rPr>
              <a:t>/seatBlocking  (POST)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833104" y="3337560"/>
            <a:ext cx="54864" cy="146304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942832" y="3273552"/>
            <a:ext cx="26883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3565A"/>
                </a:solidFill>
                <a:latin typeface="Aptos"/>
              </a:rPr>
              <a:t>/passengerDetails  (POST)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998464" y="3666744"/>
            <a:ext cx="54864" cy="146304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108192" y="3602736"/>
            <a:ext cx="26883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3565A"/>
                </a:solidFill>
                <a:latin typeface="Aptos"/>
              </a:rPr>
              <a:t>/history  (GET)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833104" y="3666744"/>
            <a:ext cx="54864" cy="146304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942832" y="3602736"/>
            <a:ext cx="26883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3565A"/>
                </a:solidFill>
                <a:latin typeface="Aptos"/>
              </a:rPr>
              <a:t>/cancelTicket  (DELETE)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998464" y="3995928"/>
            <a:ext cx="54864" cy="146304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108192" y="3931920"/>
            <a:ext cx="26883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3565A"/>
                </a:solidFill>
                <a:latin typeface="Aptos"/>
              </a:rPr>
              <a:t>/signOut  (POST)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897880" y="4352544"/>
            <a:ext cx="5833872" cy="329184"/>
          </a:xfrm>
          <a:prstGeom prst="round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035040" y="4416552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ptos"/>
              </a:rPr>
              <a:t>ADMIN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717536" y="4416552"/>
            <a:ext cx="38953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  <a:latin typeface="Aptos"/>
              </a:rPr>
              <a:t>@PreAuthorize ADMIN role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897880" y="4681728"/>
            <a:ext cx="5833872" cy="11155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ounded Rectangle 66"/>
          <p:cNvSpPr/>
          <p:nvPr/>
        </p:nvSpPr>
        <p:spPr>
          <a:xfrm>
            <a:off x="5998464" y="4837176"/>
            <a:ext cx="54864" cy="146304"/>
          </a:xfrm>
          <a:prstGeom prst="round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108192" y="4773168"/>
            <a:ext cx="26883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3565A"/>
                </a:solidFill>
                <a:latin typeface="Aptos"/>
              </a:rPr>
              <a:t>/addBus  (POST)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833104" y="4837176"/>
            <a:ext cx="54864" cy="146304"/>
          </a:xfrm>
          <a:prstGeom prst="round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8942832" y="4773168"/>
            <a:ext cx="26883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3565A"/>
                </a:solidFill>
                <a:latin typeface="Aptos"/>
              </a:rPr>
              <a:t>/updateBus/{id}  (PUT)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5998464" y="5166360"/>
            <a:ext cx="54864" cy="146304"/>
          </a:xfrm>
          <a:prstGeom prst="round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6108192" y="5102352"/>
            <a:ext cx="26883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3565A"/>
                </a:solidFill>
                <a:latin typeface="Aptos"/>
              </a:rPr>
              <a:t>/deleteBus/{id}  (DELETE)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8833104" y="5166360"/>
            <a:ext cx="54864" cy="146304"/>
          </a:xfrm>
          <a:prstGeom prst="round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8942832" y="5102352"/>
            <a:ext cx="26883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3565A"/>
                </a:solidFill>
                <a:latin typeface="Aptos"/>
              </a:rPr>
              <a:t>/getAllBuses  (GET)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5998464" y="5495544"/>
            <a:ext cx="54864" cy="146304"/>
          </a:xfrm>
          <a:prstGeom prst="round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6108192" y="5431536"/>
            <a:ext cx="26883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3565A"/>
                </a:solidFill>
                <a:latin typeface="Aptos"/>
              </a:rPr>
              <a:t>/adminSignOut  (POST)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dirty="0">
                <a:latin typeface="Aptos"/>
              </a:rPr>
              <a:t>Database Design  ·  </a:t>
            </a:r>
            <a:r>
              <a:rPr lang="en-US" dirty="0">
                <a:latin typeface="Aptos"/>
              </a:rPr>
              <a:t>Memurai</a:t>
            </a:r>
            <a:r>
              <a:rPr dirty="0">
                <a:latin typeface="Aptos"/>
              </a:rPr>
              <a:t> Caching Strategy  ·  Cache Annotations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ptos"/>
              </a:rPr>
              <a:t>Five normalized tables and per-region Redis TTLs underpin data integrity and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36192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3565A"/>
                </a:solidFill>
                <a:latin typeface="Aptos"/>
              </a:rPr>
              <a:t>DATABASE SCHEMA (5 TABLES)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73936"/>
            <a:ext cx="1408176" cy="566928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12064" y="1920240"/>
            <a:ext cx="1298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users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01952" y="1773936"/>
            <a:ext cx="4133087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993392" y="1883664"/>
            <a:ext cx="39502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53565A"/>
                </a:solidFill>
                <a:latin typeface="Aptos"/>
              </a:rPr>
              <a:t>id · name · mobileNumber (UQ) · email (UQ) · dateOfBirth · address </a:t>
            </a:r>
            <a:endParaRPr lang="en-US" sz="1000" b="0" i="0" dirty="0">
              <a:solidFill>
                <a:srgbClr val="53565A"/>
              </a:solidFill>
              <a:latin typeface="Aptos"/>
            </a:endParaRPr>
          </a:p>
          <a:p>
            <a:pPr algn="l"/>
            <a:r>
              <a:rPr sz="1000" b="0" i="0" dirty="0">
                <a:solidFill>
                  <a:srgbClr val="53565A"/>
                </a:solidFill>
                <a:latin typeface="Aptos"/>
              </a:rPr>
              <a:t>· password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2340864"/>
            <a:ext cx="54864" cy="45720"/>
          </a:xfrm>
          <a:prstGeom prst="roundRect">
            <a:avLst/>
          </a:prstGeom>
          <a:solidFill>
            <a:srgbClr val="979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57200" y="2386584"/>
            <a:ext cx="1408176" cy="566928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12064" y="2532888"/>
            <a:ext cx="1298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admin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01952" y="2386584"/>
            <a:ext cx="4133087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993392" y="2496312"/>
            <a:ext cx="395020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53565A"/>
                </a:solidFill>
                <a:latin typeface="Aptos"/>
              </a:rPr>
              <a:t>id · email (UNIQUE) · password (BCrypt hashed)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2953512"/>
            <a:ext cx="54864" cy="45720"/>
          </a:xfrm>
          <a:prstGeom prst="roundRect">
            <a:avLst/>
          </a:prstGeom>
          <a:solidFill>
            <a:srgbClr val="979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57200" y="2999232"/>
            <a:ext cx="1408176" cy="566928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12064" y="3145536"/>
            <a:ext cx="1298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bus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901952" y="2999232"/>
            <a:ext cx="4133087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993392" y="3108960"/>
            <a:ext cx="39502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 err="1">
                <a:solidFill>
                  <a:srgbClr val="53565A"/>
                </a:solidFill>
                <a:latin typeface="Aptos"/>
              </a:rPr>
              <a:t>busId</a:t>
            </a:r>
            <a:r>
              <a:rPr sz="1000" b="0" i="0" dirty="0">
                <a:solidFill>
                  <a:srgbClr val="53565A"/>
                </a:solidFill>
                <a:latin typeface="Aptos"/>
              </a:rPr>
              <a:t> · </a:t>
            </a:r>
            <a:r>
              <a:rPr sz="1000" b="0" i="0" dirty="0" err="1">
                <a:solidFill>
                  <a:srgbClr val="53565A"/>
                </a:solidFill>
                <a:latin typeface="Aptos"/>
              </a:rPr>
              <a:t>travelsName</a:t>
            </a:r>
            <a:r>
              <a:rPr sz="1000" b="0" i="0" dirty="0">
                <a:solidFill>
                  <a:srgbClr val="53565A"/>
                </a:solidFill>
                <a:latin typeface="Aptos"/>
              </a:rPr>
              <a:t> · </a:t>
            </a:r>
            <a:r>
              <a:rPr sz="1000" b="0" i="0" dirty="0" err="1">
                <a:solidFill>
                  <a:srgbClr val="53565A"/>
                </a:solidFill>
                <a:latin typeface="Aptos"/>
              </a:rPr>
              <a:t>fromLocation</a:t>
            </a:r>
            <a:r>
              <a:rPr sz="1000" b="0" i="0" dirty="0">
                <a:solidFill>
                  <a:srgbClr val="53565A"/>
                </a:solidFill>
                <a:latin typeface="Aptos"/>
              </a:rPr>
              <a:t> · </a:t>
            </a:r>
            <a:r>
              <a:rPr sz="1000" b="0" i="0" dirty="0" err="1">
                <a:solidFill>
                  <a:srgbClr val="53565A"/>
                </a:solidFill>
                <a:latin typeface="Aptos"/>
              </a:rPr>
              <a:t>toLocation</a:t>
            </a:r>
            <a:r>
              <a:rPr sz="1000" b="0" i="0" dirty="0">
                <a:solidFill>
                  <a:srgbClr val="53565A"/>
                </a:solidFill>
                <a:latin typeface="Aptos"/>
              </a:rPr>
              <a:t> · </a:t>
            </a:r>
            <a:r>
              <a:rPr sz="1000" b="0" i="0" dirty="0" err="1">
                <a:solidFill>
                  <a:srgbClr val="53565A"/>
                </a:solidFill>
                <a:latin typeface="Aptos"/>
              </a:rPr>
              <a:t>dateOfJourney</a:t>
            </a:r>
            <a:r>
              <a:rPr sz="1000" b="0" i="0" dirty="0">
                <a:solidFill>
                  <a:srgbClr val="53565A"/>
                </a:solidFill>
                <a:latin typeface="Aptos"/>
              </a:rPr>
              <a:t> </a:t>
            </a:r>
            <a:endParaRPr lang="en-US" sz="1000" b="0" i="0" dirty="0">
              <a:solidFill>
                <a:srgbClr val="53565A"/>
              </a:solidFill>
              <a:latin typeface="Aptos"/>
            </a:endParaRPr>
          </a:p>
          <a:p>
            <a:pPr algn="l"/>
            <a:r>
              <a:rPr sz="1000" b="0" i="0" dirty="0">
                <a:solidFill>
                  <a:srgbClr val="53565A"/>
                </a:solidFill>
                <a:latin typeface="Aptos"/>
              </a:rPr>
              <a:t>· </a:t>
            </a:r>
            <a:r>
              <a:rPr sz="1000" b="0" i="0" dirty="0" err="1">
                <a:solidFill>
                  <a:srgbClr val="53565A"/>
                </a:solidFill>
                <a:latin typeface="Aptos"/>
              </a:rPr>
              <a:t>totalSeats</a:t>
            </a:r>
            <a:r>
              <a:rPr sz="1000" b="0" i="0" dirty="0">
                <a:solidFill>
                  <a:srgbClr val="53565A"/>
                </a:solidFill>
                <a:latin typeface="Aptos"/>
              </a:rPr>
              <a:t> · </a:t>
            </a:r>
            <a:r>
              <a:rPr sz="1000" b="0" i="0" dirty="0" err="1">
                <a:solidFill>
                  <a:srgbClr val="53565A"/>
                </a:solidFill>
                <a:latin typeface="Aptos"/>
              </a:rPr>
              <a:t>availableSeatsCount</a:t>
            </a:r>
            <a:r>
              <a:rPr sz="1000" b="0" i="0" dirty="0">
                <a:solidFill>
                  <a:srgbClr val="53565A"/>
                </a:solidFill>
                <a:latin typeface="Aptos"/>
              </a:rPr>
              <a:t> · price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97280" y="3566160"/>
            <a:ext cx="54864" cy="45720"/>
          </a:xfrm>
          <a:prstGeom prst="roundRect">
            <a:avLst/>
          </a:prstGeom>
          <a:solidFill>
            <a:srgbClr val="979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57200" y="3611879"/>
            <a:ext cx="1408176" cy="566928"/>
          </a:xfrm>
          <a:prstGeom prst="roundRect">
            <a:avLst/>
          </a:prstGeom>
          <a:solidFill>
            <a:srgbClr val="4C3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12064" y="3758183"/>
            <a:ext cx="1298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seat_blocking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01952" y="3611879"/>
            <a:ext cx="4133087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993392" y="3721607"/>
            <a:ext cx="39502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53565A"/>
                </a:solidFill>
                <a:latin typeface="Aptos"/>
              </a:rPr>
              <a:t>id · </a:t>
            </a:r>
            <a:r>
              <a:rPr sz="1000" b="0" i="0" dirty="0" err="1">
                <a:solidFill>
                  <a:srgbClr val="53565A"/>
                </a:solidFill>
                <a:latin typeface="Aptos"/>
              </a:rPr>
              <a:t>busId</a:t>
            </a:r>
            <a:r>
              <a:rPr sz="1000" b="0" i="0" dirty="0">
                <a:solidFill>
                  <a:srgbClr val="53565A"/>
                </a:solidFill>
                <a:latin typeface="Aptos"/>
              </a:rPr>
              <a:t> · </a:t>
            </a:r>
            <a:r>
              <a:rPr sz="1000" b="0" i="0" dirty="0" err="1">
                <a:solidFill>
                  <a:srgbClr val="53565A"/>
                </a:solidFill>
                <a:latin typeface="Aptos"/>
              </a:rPr>
              <a:t>seatNumber</a:t>
            </a:r>
            <a:r>
              <a:rPr sz="1000" b="0" i="0" dirty="0">
                <a:solidFill>
                  <a:srgbClr val="53565A"/>
                </a:solidFill>
                <a:latin typeface="Aptos"/>
              </a:rPr>
              <a:t> · </a:t>
            </a:r>
            <a:r>
              <a:rPr sz="1000" b="0" i="0" dirty="0" err="1">
                <a:solidFill>
                  <a:srgbClr val="53565A"/>
                </a:solidFill>
                <a:latin typeface="Aptos"/>
              </a:rPr>
              <a:t>userId</a:t>
            </a:r>
            <a:r>
              <a:rPr sz="1000" b="0" i="0" dirty="0">
                <a:solidFill>
                  <a:srgbClr val="53565A"/>
                </a:solidFill>
                <a:latin typeface="Aptos"/>
              </a:rPr>
              <a:t> · </a:t>
            </a:r>
            <a:r>
              <a:rPr sz="1000" b="0" i="0" dirty="0" err="1">
                <a:solidFill>
                  <a:srgbClr val="53565A"/>
                </a:solidFill>
                <a:latin typeface="Aptos"/>
              </a:rPr>
              <a:t>blockedAt</a:t>
            </a:r>
            <a:r>
              <a:rPr sz="1000" b="0" i="0" dirty="0">
                <a:solidFill>
                  <a:srgbClr val="53565A"/>
                </a:solidFill>
                <a:latin typeface="Aptos"/>
              </a:rPr>
              <a:t> · </a:t>
            </a:r>
            <a:r>
              <a:rPr sz="1000" b="0" i="0" dirty="0" err="1">
                <a:solidFill>
                  <a:srgbClr val="53565A"/>
                </a:solidFill>
                <a:latin typeface="Aptos"/>
              </a:rPr>
              <a:t>expiresAt</a:t>
            </a:r>
            <a:r>
              <a:rPr sz="1000" b="0" i="0" dirty="0">
                <a:solidFill>
                  <a:srgbClr val="53565A"/>
                </a:solidFill>
                <a:latin typeface="Aptos"/>
              </a:rPr>
              <a:t> · </a:t>
            </a:r>
            <a:r>
              <a:rPr sz="1000" b="0" i="0" dirty="0" err="1">
                <a:solidFill>
                  <a:srgbClr val="53565A"/>
                </a:solidFill>
                <a:latin typeface="Aptos"/>
              </a:rPr>
              <a:t>isConfirmed</a:t>
            </a:r>
            <a:r>
              <a:rPr sz="1000" b="0" i="0" dirty="0">
                <a:solidFill>
                  <a:srgbClr val="53565A"/>
                </a:solidFill>
                <a:latin typeface="Aptos"/>
              </a:rPr>
              <a:t>  |  UNIQUE(</a:t>
            </a:r>
            <a:r>
              <a:rPr sz="1000" b="0" i="0" dirty="0" err="1">
                <a:solidFill>
                  <a:srgbClr val="53565A"/>
                </a:solidFill>
                <a:latin typeface="Aptos"/>
              </a:rPr>
              <a:t>busId</a:t>
            </a:r>
            <a:r>
              <a:rPr sz="1000" b="0" i="0" dirty="0">
                <a:solidFill>
                  <a:srgbClr val="53565A"/>
                </a:solidFill>
                <a:latin typeface="Aptos"/>
              </a:rPr>
              <a:t>, </a:t>
            </a:r>
            <a:r>
              <a:rPr sz="1000" b="0" i="0" dirty="0" err="1">
                <a:solidFill>
                  <a:srgbClr val="53565A"/>
                </a:solidFill>
                <a:latin typeface="Aptos"/>
              </a:rPr>
              <a:t>seatNumber</a:t>
            </a:r>
            <a:r>
              <a:rPr sz="1000" b="0" i="0" dirty="0">
                <a:solidFill>
                  <a:srgbClr val="53565A"/>
                </a:solidFill>
                <a:latin typeface="Aptos"/>
              </a:rPr>
              <a:t>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97280" y="4178807"/>
            <a:ext cx="54864" cy="45720"/>
          </a:xfrm>
          <a:prstGeom prst="roundRect">
            <a:avLst/>
          </a:prstGeom>
          <a:solidFill>
            <a:srgbClr val="979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457200" y="4224528"/>
            <a:ext cx="1408176" cy="566928"/>
          </a:xfrm>
          <a:prstGeom prst="round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12064" y="4370832"/>
            <a:ext cx="1298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passenger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901952" y="4224528"/>
            <a:ext cx="4133087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993392" y="4334256"/>
            <a:ext cx="39502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 err="1">
                <a:solidFill>
                  <a:srgbClr val="53565A"/>
                </a:solidFill>
                <a:latin typeface="Aptos"/>
              </a:rPr>
              <a:t>passengerId</a:t>
            </a:r>
            <a:r>
              <a:rPr sz="1000" b="0" i="0" dirty="0">
                <a:solidFill>
                  <a:srgbClr val="53565A"/>
                </a:solidFill>
                <a:latin typeface="Aptos"/>
              </a:rPr>
              <a:t> · </a:t>
            </a:r>
            <a:r>
              <a:rPr sz="1000" b="0" i="0" dirty="0" err="1">
                <a:solidFill>
                  <a:srgbClr val="53565A"/>
                </a:solidFill>
                <a:latin typeface="Aptos"/>
              </a:rPr>
              <a:t>blockingId</a:t>
            </a:r>
            <a:r>
              <a:rPr sz="1000" b="0" i="0" dirty="0">
                <a:solidFill>
                  <a:srgbClr val="53565A"/>
                </a:solidFill>
                <a:latin typeface="Aptos"/>
              </a:rPr>
              <a:t> (UQ FK) · </a:t>
            </a:r>
            <a:r>
              <a:rPr sz="1000" b="0" i="0" dirty="0" err="1">
                <a:solidFill>
                  <a:srgbClr val="53565A"/>
                </a:solidFill>
                <a:latin typeface="Aptos"/>
              </a:rPr>
              <a:t>busId</a:t>
            </a:r>
            <a:r>
              <a:rPr sz="1000" b="0" i="0" dirty="0">
                <a:solidFill>
                  <a:srgbClr val="53565A"/>
                </a:solidFill>
                <a:latin typeface="Aptos"/>
              </a:rPr>
              <a:t> · </a:t>
            </a:r>
            <a:r>
              <a:rPr sz="1000" b="0" i="0" dirty="0" err="1">
                <a:solidFill>
                  <a:srgbClr val="53565A"/>
                </a:solidFill>
                <a:latin typeface="Aptos"/>
              </a:rPr>
              <a:t>seatNumber</a:t>
            </a:r>
            <a:r>
              <a:rPr sz="1000" b="0" i="0" dirty="0">
                <a:solidFill>
                  <a:srgbClr val="53565A"/>
                </a:solidFill>
                <a:latin typeface="Aptos"/>
              </a:rPr>
              <a:t> · name · age </a:t>
            </a:r>
            <a:endParaRPr lang="en-US" sz="1000" b="0" i="0" dirty="0">
              <a:solidFill>
                <a:srgbClr val="53565A"/>
              </a:solidFill>
              <a:latin typeface="Aptos"/>
            </a:endParaRPr>
          </a:p>
          <a:p>
            <a:pPr algn="l"/>
            <a:r>
              <a:rPr sz="1000" b="0" i="0" dirty="0">
                <a:solidFill>
                  <a:srgbClr val="53565A"/>
                </a:solidFill>
                <a:latin typeface="Aptos"/>
              </a:rPr>
              <a:t>· gender · mobileNumber · price · </a:t>
            </a:r>
            <a:r>
              <a:rPr sz="1000" b="0" i="0" dirty="0" err="1">
                <a:solidFill>
                  <a:srgbClr val="53565A"/>
                </a:solidFill>
                <a:latin typeface="Aptos"/>
              </a:rPr>
              <a:t>bookedAt</a:t>
            </a:r>
            <a:endParaRPr sz="1000" b="0" i="0" dirty="0">
              <a:solidFill>
                <a:srgbClr val="53565A"/>
              </a:solidFill>
              <a:latin typeface="Aptos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1097280" y="4791456"/>
            <a:ext cx="54864" cy="45720"/>
          </a:xfrm>
          <a:prstGeom prst="roundRect">
            <a:avLst/>
          </a:prstGeom>
          <a:solidFill>
            <a:srgbClr val="979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7200" y="4892040"/>
            <a:ext cx="1127455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 dirty="0">
                <a:solidFill>
                  <a:srgbClr val="97999B"/>
                </a:solidFill>
                <a:latin typeface="Aptos"/>
              </a:rPr>
              <a:t>Schema </a:t>
            </a:r>
            <a:r>
              <a:rPr lang="en-US" sz="800" dirty="0">
                <a:solidFill>
                  <a:srgbClr val="97999B"/>
                </a:solidFill>
                <a:latin typeface="Aptos"/>
              </a:rPr>
              <a:t>---</a:t>
            </a:r>
            <a:r>
              <a:rPr sz="800" b="0" i="0" dirty="0">
                <a:solidFill>
                  <a:srgbClr val="97999B"/>
                </a:solidFill>
                <a:latin typeface="Aptos"/>
              </a:rPr>
              <a:t> JPA entities: User.java, Bus.java, SeatBlocking.java, Passenger.java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72200" y="1536192"/>
            <a:ext cx="45720" cy="4389120"/>
          </a:xfrm>
          <a:prstGeom prst="round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291072" y="153619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3565A"/>
                </a:solidFill>
                <a:latin typeface="Aptos"/>
              </a:rPr>
              <a:t>REDIS CACHING STRATEGY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91072" y="1828800"/>
            <a:ext cx="13898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3565A"/>
                </a:solidFill>
                <a:latin typeface="Aptos"/>
              </a:rPr>
              <a:t>buses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35824" y="1847088"/>
            <a:ext cx="640080" cy="2743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754112" y="1847088"/>
            <a:ext cx="6035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15 min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449056" y="1938528"/>
            <a:ext cx="3474720" cy="128016"/>
          </a:xfrm>
          <a:prstGeom prst="round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449056" y="1938528"/>
            <a:ext cx="3474720" cy="128016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291072" y="2084831"/>
            <a:ext cx="5440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7999B"/>
                </a:solidFill>
                <a:latin typeface="Aptos"/>
              </a:rPr>
              <a:t>Bus search results by route &amp; date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91072" y="2340864"/>
            <a:ext cx="13898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3565A"/>
                </a:solidFill>
                <a:latin typeface="Aptos"/>
              </a:rPr>
              <a:t>allBuses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735824" y="2359152"/>
            <a:ext cx="640080" cy="274320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754112" y="2359152"/>
            <a:ext cx="6035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15 min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449056" y="2450592"/>
            <a:ext cx="3474720" cy="128016"/>
          </a:xfrm>
          <a:prstGeom prst="round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8449056" y="2450592"/>
            <a:ext cx="3474720" cy="128016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291072" y="2596896"/>
            <a:ext cx="5440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7999B"/>
                </a:solidFill>
                <a:latin typeface="Aptos"/>
              </a:rPr>
              <a:t>All buses list for admin views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91072" y="2852928"/>
            <a:ext cx="13898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3565A"/>
                </a:solidFill>
                <a:latin typeface="Aptos"/>
              </a:rPr>
              <a:t>bookingHistory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735824" y="2871216"/>
            <a:ext cx="64008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754112" y="2871216"/>
            <a:ext cx="6035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15 min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449056" y="2962656"/>
            <a:ext cx="3474720" cy="128016"/>
          </a:xfrm>
          <a:prstGeom prst="round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449056" y="2962656"/>
            <a:ext cx="3474720" cy="128016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291072" y="3108960"/>
            <a:ext cx="5440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7999B"/>
                </a:solidFill>
                <a:latin typeface="Aptos"/>
              </a:rPr>
              <a:t>Per-user confirmed booking history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91072" y="3364992"/>
            <a:ext cx="13898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3565A"/>
                </a:solidFill>
                <a:latin typeface="Aptos"/>
              </a:rPr>
              <a:t>seatHolds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735824" y="3383280"/>
            <a:ext cx="640080" cy="274320"/>
          </a:xfrm>
          <a:prstGeom prst="roundRect">
            <a:avLst/>
          </a:prstGeom>
          <a:solidFill>
            <a:srgbClr val="4C3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754112" y="3383280"/>
            <a:ext cx="6035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9 min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449056" y="3474720"/>
            <a:ext cx="3474720" cy="128016"/>
          </a:xfrm>
          <a:prstGeom prst="round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8449056" y="3474720"/>
            <a:ext cx="2084831" cy="128016"/>
          </a:xfrm>
          <a:prstGeom prst="roundRect">
            <a:avLst/>
          </a:prstGeom>
          <a:solidFill>
            <a:srgbClr val="4C3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291072" y="3621024"/>
            <a:ext cx="5440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7999B"/>
                </a:solidFill>
                <a:latin typeface="Aptos"/>
              </a:rPr>
              <a:t>Active seat-blocking hold records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91072" y="3877055"/>
            <a:ext cx="13898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3565A"/>
                </a:solidFill>
                <a:latin typeface="Aptos"/>
              </a:rPr>
              <a:t>passenger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735824" y="3895344"/>
            <a:ext cx="640080" cy="274320"/>
          </a:xfrm>
          <a:prstGeom prst="round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7754112" y="3895344"/>
            <a:ext cx="6035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9 min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449056" y="3986783"/>
            <a:ext cx="3474720" cy="128016"/>
          </a:xfrm>
          <a:prstGeom prst="round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8449056" y="3986783"/>
            <a:ext cx="2084831" cy="128016"/>
          </a:xfrm>
          <a:prstGeom prst="round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291072" y="4133087"/>
            <a:ext cx="5440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7999B"/>
                </a:solidFill>
                <a:latin typeface="Aptos"/>
              </a:rPr>
              <a:t>Passenger confirmation details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91072" y="4389120"/>
            <a:ext cx="13898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3565A"/>
                </a:solidFill>
                <a:latin typeface="Aptos"/>
              </a:rPr>
              <a:t>ticketDetails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735824" y="4407408"/>
            <a:ext cx="640080" cy="274320"/>
          </a:xfrm>
          <a:prstGeom prst="round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7754112" y="4407408"/>
            <a:ext cx="6035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9 min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449056" y="4498848"/>
            <a:ext cx="3474720" cy="128016"/>
          </a:xfrm>
          <a:prstGeom prst="round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ounded Rectangle 66"/>
          <p:cNvSpPr/>
          <p:nvPr/>
        </p:nvSpPr>
        <p:spPr>
          <a:xfrm>
            <a:off x="8449056" y="4498848"/>
            <a:ext cx="2084831" cy="128016"/>
          </a:xfrm>
          <a:prstGeom prst="round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291072" y="4645152"/>
            <a:ext cx="54406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 dirty="0">
                <a:solidFill>
                  <a:srgbClr val="97999B"/>
                </a:solidFill>
                <a:latin typeface="Aptos"/>
              </a:rPr>
              <a:t>Ticket lookup </a:t>
            </a:r>
            <a:r>
              <a:rPr lang="en-US" sz="1000" i="1" dirty="0">
                <a:solidFill>
                  <a:srgbClr val="97999B"/>
                </a:solidFill>
                <a:latin typeface="Aptos"/>
              </a:rPr>
              <a:t>------</a:t>
            </a:r>
            <a:r>
              <a:rPr sz="1000" b="0" i="1" dirty="0">
                <a:solidFill>
                  <a:srgbClr val="97999B"/>
                </a:solidFill>
                <a:latin typeface="Aptos"/>
              </a:rPr>
              <a:t> evicted on cancel/delete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291072" y="4901184"/>
            <a:ext cx="5440680" cy="329184"/>
          </a:xfrm>
          <a:prstGeom prst="round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419088" y="4956048"/>
            <a:ext cx="52120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53565A"/>
                </a:solidFill>
                <a:latin typeface="Aptos"/>
              </a:rPr>
              <a:t>@Cacheable  ·  @CachePut  ·  @CacheEvict  ·  @Caching  combined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ptos"/>
              </a:rPr>
              <a:t>Six steps take a passenger from registration to confirmed booking in minutes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16735" y="1792224"/>
            <a:ext cx="9555480" cy="36576"/>
          </a:xfrm>
          <a:prstGeom prst="roundRect">
            <a:avLst/>
          </a:prstGeom>
          <a:solidFill>
            <a:srgbClr val="979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78991" y="1572768"/>
            <a:ext cx="475488" cy="47548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7" y="2139696"/>
            <a:ext cx="17739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B82F6"/>
                </a:solidFill>
                <a:latin typeface="Aptos"/>
              </a:rPr>
              <a:t>Register
/ Sign 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7" y="2651760"/>
            <a:ext cx="1773936" cy="1005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21207" y="2724912"/>
            <a:ext cx="159105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3565A"/>
                </a:solidFill>
                <a:latin typeface="Aptos"/>
              </a:rPr>
              <a:t>POST /signUp
or /signIn
JWT returned</a:t>
            </a:r>
          </a:p>
        </p:txBody>
      </p:sp>
      <p:sp>
        <p:nvSpPr>
          <p:cNvPr id="8" name="Oval 7"/>
          <p:cNvSpPr/>
          <p:nvPr/>
        </p:nvSpPr>
        <p:spPr>
          <a:xfrm>
            <a:off x="2990087" y="1572768"/>
            <a:ext cx="475488" cy="475488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40863" y="2139696"/>
            <a:ext cx="17739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D4ED8"/>
                </a:solidFill>
                <a:latin typeface="Aptos"/>
              </a:rPr>
              <a:t>Search
Buses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40863" y="2651760"/>
            <a:ext cx="1773936" cy="1005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432303" y="2724912"/>
            <a:ext cx="159105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3565A"/>
                </a:solidFill>
                <a:latin typeface="Aptos"/>
              </a:rPr>
              <a:t>GET /BusSearch
by route &amp; date
cached results</a:t>
            </a:r>
          </a:p>
        </p:txBody>
      </p:sp>
      <p:sp>
        <p:nvSpPr>
          <p:cNvPr id="12" name="Oval 11"/>
          <p:cNvSpPr/>
          <p:nvPr/>
        </p:nvSpPr>
        <p:spPr>
          <a:xfrm>
            <a:off x="4901183" y="1572768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59" y="2139696"/>
            <a:ext cx="17739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7C3AED"/>
                </a:solidFill>
                <a:latin typeface="Aptos"/>
              </a:rPr>
              <a:t>Block
a Seat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59" y="2651760"/>
            <a:ext cx="1773936" cy="1005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43399" y="2724912"/>
            <a:ext cx="159105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3565A"/>
                </a:solidFill>
                <a:latin typeface="Aptos"/>
              </a:rPr>
              <a:t>POST /seatBlocking
10-min hold
blockingId issued</a:t>
            </a:r>
          </a:p>
        </p:txBody>
      </p:sp>
      <p:sp>
        <p:nvSpPr>
          <p:cNvPr id="16" name="Oval 15"/>
          <p:cNvSpPr/>
          <p:nvPr/>
        </p:nvSpPr>
        <p:spPr>
          <a:xfrm>
            <a:off x="6812279" y="1572768"/>
            <a:ext cx="475488" cy="475488"/>
          </a:xfrm>
          <a:prstGeom prst="ellipse">
            <a:avLst/>
          </a:prstGeom>
          <a:solidFill>
            <a:srgbClr val="4C3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63055" y="2139696"/>
            <a:ext cx="17739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C3AA8"/>
                </a:solidFill>
                <a:latin typeface="Aptos"/>
              </a:rPr>
              <a:t>Confirm
Booking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3055" y="2651760"/>
            <a:ext cx="1773936" cy="1005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54495" y="2724912"/>
            <a:ext cx="159105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3565A"/>
                </a:solidFill>
                <a:latin typeface="Aptos"/>
              </a:rPr>
              <a:t>POST /passengerDetails
booking confirmed
passengerId issued</a:t>
            </a:r>
          </a:p>
        </p:txBody>
      </p:sp>
      <p:sp>
        <p:nvSpPr>
          <p:cNvPr id="20" name="Oval 19"/>
          <p:cNvSpPr/>
          <p:nvPr/>
        </p:nvSpPr>
        <p:spPr>
          <a:xfrm>
            <a:off x="8723376" y="1572768"/>
            <a:ext cx="475488" cy="475488"/>
          </a:xfrm>
          <a:prstGeom prst="ellipse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74151" y="2139696"/>
            <a:ext cx="17739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12E81"/>
                </a:solidFill>
                <a:latin typeface="Aptos"/>
              </a:rPr>
              <a:t>View
History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74151" y="2651760"/>
            <a:ext cx="1773936" cy="1005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165591" y="2724912"/>
            <a:ext cx="159105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3565A"/>
                </a:solidFill>
                <a:latin typeface="Aptos"/>
              </a:rPr>
              <a:t>GET /history
all bookings
for this user</a:t>
            </a:r>
          </a:p>
        </p:txBody>
      </p:sp>
      <p:sp>
        <p:nvSpPr>
          <p:cNvPr id="24" name="Oval 23"/>
          <p:cNvSpPr/>
          <p:nvPr/>
        </p:nvSpPr>
        <p:spPr>
          <a:xfrm>
            <a:off x="10634472" y="1572768"/>
            <a:ext cx="475488" cy="475488"/>
          </a:xfrm>
          <a:prstGeom prst="ellipse">
            <a:avLst/>
          </a:prstGeom>
          <a:solidFill>
            <a:srgbClr val="535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85247" y="2139696"/>
            <a:ext cx="17739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53565A"/>
                </a:solidFill>
                <a:latin typeface="Aptos"/>
              </a:rPr>
              <a:t>Cancel
if Needed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985247" y="2651760"/>
            <a:ext cx="1773936" cy="1005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076687" y="2724912"/>
            <a:ext cx="159105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3565A"/>
                </a:solidFill>
                <a:latin typeface="Aptos"/>
              </a:rPr>
              <a:t>DELETE /cancelTicket
atomic rollback
seat freed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3858768"/>
            <a:ext cx="11274552" cy="457200"/>
          </a:xfrm>
          <a:prstGeom prst="roundRect">
            <a:avLst/>
          </a:prstGeom>
          <a:solidFill>
            <a:srgbClr val="172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" y="3968496"/>
            <a:ext cx="10908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FFFFFF"/>
                </a:solidFill>
                <a:latin typeface="Aptos"/>
              </a:rPr>
              <a:t>Admin Journey: POST /admin  </a:t>
            </a:r>
            <a:r>
              <a:rPr lang="en-US" sz="1000" dirty="0">
                <a:solidFill>
                  <a:srgbClr val="FFFFFF"/>
                </a:solidFill>
                <a:latin typeface="Aptos"/>
              </a:rPr>
              <a:t>at</a:t>
            </a:r>
            <a:r>
              <a:rPr sz="1000" b="0" i="0" dirty="0">
                <a:solidFill>
                  <a:srgbClr val="FFFFFF"/>
                </a:solidFill>
                <a:latin typeface="Aptos"/>
              </a:rPr>
              <a:t>  /</a:t>
            </a:r>
            <a:r>
              <a:rPr sz="1000" b="0" i="0" dirty="0" err="1">
                <a:solidFill>
                  <a:srgbClr val="FFFFFF"/>
                </a:solidFill>
                <a:latin typeface="Aptos"/>
              </a:rPr>
              <a:t>addBus</a:t>
            </a:r>
            <a:r>
              <a:rPr sz="1000" b="0" i="0" dirty="0">
                <a:solidFill>
                  <a:srgbClr val="FFFFFF"/>
                </a:solidFill>
                <a:latin typeface="Aptos"/>
              </a:rPr>
              <a:t> · /</a:t>
            </a:r>
            <a:r>
              <a:rPr sz="1000" b="0" i="0" dirty="0" err="1">
                <a:solidFill>
                  <a:srgbClr val="FFFFFF"/>
                </a:solidFill>
                <a:latin typeface="Aptos"/>
              </a:rPr>
              <a:t>updateBus</a:t>
            </a:r>
            <a:r>
              <a:rPr sz="1000" b="0" i="0" dirty="0">
                <a:solidFill>
                  <a:srgbClr val="FFFFFF"/>
                </a:solidFill>
                <a:latin typeface="Aptos"/>
              </a:rPr>
              <a:t>/{id} · /</a:t>
            </a:r>
            <a:r>
              <a:rPr sz="1000" b="0" i="0" dirty="0" err="1">
                <a:solidFill>
                  <a:srgbClr val="FFFFFF"/>
                </a:solidFill>
                <a:latin typeface="Aptos"/>
              </a:rPr>
              <a:t>deleteBus</a:t>
            </a:r>
            <a:r>
              <a:rPr sz="1000" b="0" i="0" dirty="0">
                <a:solidFill>
                  <a:srgbClr val="FFFFFF"/>
                </a:solidFill>
                <a:latin typeface="Aptos"/>
              </a:rPr>
              <a:t>/{id} · /</a:t>
            </a:r>
            <a:r>
              <a:rPr sz="1000" b="0" i="0" dirty="0" err="1">
                <a:solidFill>
                  <a:srgbClr val="FFFFFF"/>
                </a:solidFill>
                <a:latin typeface="Aptos"/>
              </a:rPr>
              <a:t>getAllBuses</a:t>
            </a:r>
            <a:r>
              <a:rPr sz="1000" b="0" i="0" dirty="0">
                <a:solidFill>
                  <a:srgbClr val="FFFFFF"/>
                </a:solidFill>
                <a:latin typeface="Aptos"/>
              </a:rPr>
              <a:t> · /</a:t>
            </a:r>
            <a:r>
              <a:rPr sz="1000" b="0" i="0" dirty="0" err="1">
                <a:solidFill>
                  <a:srgbClr val="FFFFFF"/>
                </a:solidFill>
                <a:latin typeface="Aptos"/>
              </a:rPr>
              <a:t>adminSignOut</a:t>
            </a:r>
            <a:endParaRPr sz="1000" b="0" i="0" dirty="0">
              <a:solidFill>
                <a:srgbClr val="FFFFF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dirty="0">
                <a:latin typeface="Aptos"/>
              </a:rPr>
              <a:t>Quality &amp; Reliability  ·  Three-Phase Roadmap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ptos"/>
              </a:rPr>
              <a:t>Production-ready quality with a clear roadmap to full-stack cloud deployment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36192"/>
            <a:ext cx="2688336" cy="493776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591056"/>
            <a:ext cx="250545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Centralized
Validation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29967"/>
            <a:ext cx="2688336" cy="11521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03504" y="2203703"/>
            <a:ext cx="54864" cy="128016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139696"/>
            <a:ext cx="23408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3565A"/>
                </a:solidFill>
                <a:latin typeface="Aptos"/>
              </a:rPr>
              <a:t>Name, email, mobile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" y="2514599"/>
            <a:ext cx="54864" cy="128016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2450591"/>
            <a:ext cx="234086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53565A"/>
                </a:solidFill>
                <a:latin typeface="Aptos"/>
              </a:rPr>
              <a:t>DOB age </a:t>
            </a:r>
            <a:r>
              <a:rPr lang="en-US" sz="1000" dirty="0">
                <a:solidFill>
                  <a:srgbClr val="53565A"/>
                </a:solidFill>
                <a:latin typeface="Aptos"/>
              </a:rPr>
              <a:t>a</a:t>
            </a:r>
            <a:r>
              <a:rPr lang="en-US" sz="1000" b="0" i="0" dirty="0">
                <a:solidFill>
                  <a:srgbClr val="53565A"/>
                </a:solidFill>
                <a:latin typeface="Aptos"/>
              </a:rPr>
              <a:t>bove</a:t>
            </a:r>
            <a:r>
              <a:rPr sz="1000" b="0" i="0" dirty="0">
                <a:solidFill>
                  <a:srgbClr val="53565A"/>
                </a:solidFill>
                <a:latin typeface="Aptos"/>
              </a:rPr>
              <a:t> 18 check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" y="2825495"/>
            <a:ext cx="54864" cy="128016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2761487"/>
            <a:ext cx="23408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3565A"/>
                </a:solidFill>
                <a:latin typeface="Aptos"/>
              </a:rPr>
              <a:t>Strong password rules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19272" y="1536192"/>
            <a:ext cx="2688336" cy="493776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10712" y="1591056"/>
            <a:ext cx="250545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Exception
Handling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19272" y="2029967"/>
            <a:ext cx="2688336" cy="11521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465576" y="2203703"/>
            <a:ext cx="54864" cy="128016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593591" y="2139696"/>
            <a:ext cx="23408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3565A"/>
                </a:solidFill>
                <a:latin typeface="Aptos"/>
              </a:rPr>
              <a:t>GlobalExceptionHandler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65576" y="2514599"/>
            <a:ext cx="54864" cy="128016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593591" y="2450591"/>
            <a:ext cx="23408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3565A"/>
                </a:solidFill>
                <a:latin typeface="Aptos"/>
              </a:rPr>
              <a:t>HTTP 400/401/403/404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65576" y="2825495"/>
            <a:ext cx="54864" cy="128016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593591" y="2761487"/>
            <a:ext cx="23408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3565A"/>
                </a:solidFill>
                <a:latin typeface="Aptos"/>
              </a:rPr>
              <a:t>409 Conflict / 410 Gone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1536192"/>
            <a:ext cx="2688336" cy="493776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72783" y="1591056"/>
            <a:ext cx="250545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Concurrency
Safety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81344" y="2029967"/>
            <a:ext cx="2688336" cy="11521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327648" y="2203703"/>
            <a:ext cx="54864" cy="128016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55664" y="2139696"/>
            <a:ext cx="23408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3565A"/>
                </a:solidFill>
                <a:latin typeface="Aptos"/>
              </a:rPr>
              <a:t>UNIQUE(busId, seatNumber)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27648" y="2514599"/>
            <a:ext cx="54864" cy="128016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55664" y="2450591"/>
            <a:ext cx="23408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3565A"/>
                </a:solidFill>
                <a:latin typeface="Aptos"/>
              </a:rPr>
              <a:t>Prevents double-booking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27648" y="2825495"/>
            <a:ext cx="54864" cy="128016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55664" y="2761487"/>
            <a:ext cx="23408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3565A"/>
                </a:solidFill>
                <a:latin typeface="Aptos"/>
              </a:rPr>
              <a:t>DB-level enforcement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52560" y="1536192"/>
            <a:ext cx="2688336" cy="493776"/>
          </a:xfrm>
          <a:prstGeom prst="round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44000" y="1591056"/>
            <a:ext cx="250545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Atomic
Reliability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52560" y="2029967"/>
            <a:ext cx="2688336" cy="11521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9198864" y="2203703"/>
            <a:ext cx="54864" cy="128016"/>
          </a:xfrm>
          <a:prstGeom prst="round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326880" y="2139696"/>
            <a:ext cx="23408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3565A"/>
                </a:solidFill>
                <a:latin typeface="Aptos"/>
              </a:rPr>
              <a:t>@Transactional cancel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98864" y="2514599"/>
            <a:ext cx="54864" cy="128016"/>
          </a:xfrm>
          <a:prstGeom prst="round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326880" y="2450591"/>
            <a:ext cx="23408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3565A"/>
                </a:solidFill>
                <a:latin typeface="Aptos"/>
              </a:rPr>
              <a:t>@Scheduled 60s expiry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198864" y="2825495"/>
            <a:ext cx="54864" cy="128016"/>
          </a:xfrm>
          <a:prstGeom prst="round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326880" y="2761487"/>
            <a:ext cx="23408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3565A"/>
                </a:solidFill>
                <a:latin typeface="Aptos"/>
              </a:rPr>
              <a:t>Unit tests: Validator + Redis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3438144"/>
            <a:ext cx="11274552" cy="36576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57200" y="3511296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3565A"/>
                </a:solidFill>
                <a:latin typeface="Aptos"/>
              </a:rPr>
              <a:t>ROADMAP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3749039"/>
            <a:ext cx="3547872" cy="493776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66928" y="3803903"/>
            <a:ext cx="3328415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ptos"/>
              </a:rPr>
              <a:t>Phase 1
Near-Term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" y="4242816"/>
            <a:ext cx="3547872" cy="1097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603504" y="4398264"/>
            <a:ext cx="54864" cy="128016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31520" y="4334255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3565A"/>
                </a:solidFill>
                <a:latin typeface="Aptos"/>
              </a:rPr>
              <a:t>Payment gateway integration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03504" y="4709159"/>
            <a:ext cx="54864" cy="128016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31520" y="4645151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3565A"/>
                </a:solidFill>
                <a:latin typeface="Aptos"/>
              </a:rPr>
              <a:t>Email/SMS booking notifications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03504" y="5020055"/>
            <a:ext cx="54864" cy="128016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31520" y="4956047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3565A"/>
                </a:solidFill>
                <a:latin typeface="Aptos"/>
              </a:rPr>
              <a:t>React / Angular frontend UI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133087" y="3749039"/>
            <a:ext cx="3547872" cy="493776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242816" y="3803903"/>
            <a:ext cx="3328415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ptos"/>
              </a:rPr>
              <a:t>Phase 2
Mid-Term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133087" y="4242816"/>
            <a:ext cx="3547872" cy="1097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4279392" y="4398264"/>
            <a:ext cx="54864" cy="128016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407407" y="4334255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3565A"/>
                </a:solidFill>
                <a:latin typeface="Aptos"/>
              </a:rPr>
              <a:t>Microservices decomposition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279392" y="4709159"/>
            <a:ext cx="54864" cy="128016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4407407" y="4645151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3565A"/>
                </a:solidFill>
                <a:latin typeface="Aptos"/>
              </a:rPr>
              <a:t>Docker + Kubernetes deployment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279392" y="5020055"/>
            <a:ext cx="54864" cy="128016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407407" y="4956047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3565A"/>
                </a:solidFill>
                <a:latin typeface="Aptos"/>
              </a:rPr>
              <a:t>CI/CD pipeline (GitHub Actions)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808975" y="3749039"/>
            <a:ext cx="3547872" cy="493776"/>
          </a:xfrm>
          <a:prstGeom prst="round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7918703" y="3803903"/>
            <a:ext cx="3328415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ptos"/>
              </a:rPr>
              <a:t>Phase 3
Long-Term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808975" y="4242816"/>
            <a:ext cx="3547872" cy="1097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7955279" y="4398264"/>
            <a:ext cx="54864" cy="128016"/>
          </a:xfrm>
          <a:prstGeom prst="round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083296" y="4334255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3565A"/>
                </a:solidFill>
                <a:latin typeface="Aptos"/>
              </a:rPr>
              <a:t>Load testing &amp; benchmarking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955279" y="4709159"/>
            <a:ext cx="54864" cy="128016"/>
          </a:xfrm>
          <a:prstGeom prst="round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083296" y="4645151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3565A"/>
                </a:solidFill>
                <a:latin typeface="Aptos"/>
              </a:rPr>
              <a:t>Multi-region DB replication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955279" y="5020055"/>
            <a:ext cx="54864" cy="128016"/>
          </a:xfrm>
          <a:prstGeom prst="round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8083296" y="4956047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3565A"/>
                </a:solidFill>
                <a:latin typeface="Aptos"/>
              </a:rPr>
              <a:t>APM &amp; distributed tracing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57200" y="5486400"/>
            <a:ext cx="1127455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>
                <a:solidFill>
                  <a:srgbClr val="97999B"/>
                </a:solidFill>
                <a:latin typeface="Aptos"/>
              </a:rPr>
              <a:t>Copyright © 2026 Deloitte Development LLC. All rights reserved.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Custom_Brand_Theme">
  <a:themeElements>
    <a:clrScheme name="Custom 1">
      <a:dk1>
        <a:sysClr val="windowText" lastClr="000000"/>
      </a:dk1>
      <a:lt1>
        <a:sysClr val="window" lastClr="FFFFFF"/>
      </a:lt1>
      <a:dk2>
        <a:srgbClr val="222222"/>
      </a:dk2>
      <a:lt2>
        <a:srgbClr val="E6E6E6"/>
      </a:lt2>
      <a:accent1>
        <a:srgbClr val="3B82F6"/>
      </a:accent1>
      <a:accent2>
        <a:srgbClr val="1D4ED8"/>
      </a:accent2>
      <a:accent3>
        <a:srgbClr val="1E3A8A"/>
      </a:accent3>
      <a:accent4>
        <a:srgbClr val="172554"/>
      </a:accent4>
      <a:accent5>
        <a:srgbClr val="38BDF8"/>
      </a:accent5>
      <a:accent6>
        <a:srgbClr val="EAF1FE"/>
      </a:accent6>
      <a:hlink>
        <a:srgbClr val="1D4ED8"/>
      </a:hlink>
      <a:folHlink>
        <a:srgbClr val="7F7F7F"/>
      </a:folHlink>
    </a:clrScheme>
    <a:fontScheme name="Custom 1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chemeClr val="accent3"/>
        </a:solidFill>
        <a:ln w="19050" algn="ctr">
          <a:noFill/>
          <a:miter lim="800000"/>
          <a:headEnd/>
          <a:tailEnd/>
        </a:ln>
      </a:spPr>
      <a:bodyPr wrap="square" lIns="88900" tIns="88900" rIns="88900" bIns="88900" rtlCol="0" anchor="ctr"/>
      <a:lstStyle>
        <a:defPPr>
          <a:lnSpc>
            <a:spcPct val="106000"/>
          </a:lnSpc>
          <a:buFont typeface="Wingdings 2" pitchFamily="18" charset="2"/>
          <a:buNone/>
          <a:defRPr sz="1600" b="1" dirty="0" smtClean="0">
            <a:solidFill>
              <a:schemeClr val="bg1"/>
            </a:solidFill>
          </a:defRPr>
        </a:defPPr>
      </a:lstStyle>
    </a:spDef>
    <a:lnDef>
      <a:spPr>
        <a:ln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203200" indent="-203200">
          <a:spcBef>
            <a:spcPts val="600"/>
          </a:spcBef>
          <a:buSzPct val="100000"/>
          <a:buFont typeface="Arial"/>
          <a:buChar char="•"/>
          <a:defRPr dirty="0" smtClean="0">
            <a:solidFill>
              <a:srgbClr val="313131"/>
            </a:solidFill>
          </a:defRPr>
        </a:defPPr>
      </a:lstStyle>
    </a:txDef>
  </a:objectDefaults>
  <a:extraClrSchemeLst/>
  <a:custClrLst/>
  <a:extLst>
    <a:ext uri="{05A4C25C-085E-4340-85A3-A5531E510DB2}">
      <thm15:themeFamily xmlns:thm15="http://schemas.microsoft.com/office/thememl/2012/main" name="Custom_Brand_Theme" id="{917CC780-C041-4F84-B057-DE63A8CDEF25}" vid="{5A16EDA9-025E-49B0-B403-896FAE83D19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7C0B5E8C28FBB4DB6BB6E6547CA8A70" ma:contentTypeVersion="14" ma:contentTypeDescription="Create a new document." ma:contentTypeScope="" ma:versionID="4c6617896dbd6066d418e5883b6ed562">
  <xsd:schema xmlns:xsd="http://www.w3.org/2001/XMLSchema" xmlns:xs="http://www.w3.org/2001/XMLSchema" xmlns:p="http://schemas.microsoft.com/office/2006/metadata/properties" xmlns:ns3="8f1e2369-70da-40d7-b978-99d0855b91b8" xmlns:ns4="8ee28f6f-733e-446a-845c-015b8614e1f7" targetNamespace="http://schemas.microsoft.com/office/2006/metadata/properties" ma:root="true" ma:fieldsID="7beb73ffafaeb73ea273bd43962ac528" ns3:_="" ns4:_="">
    <xsd:import namespace="8f1e2369-70da-40d7-b978-99d0855b91b8"/>
    <xsd:import namespace="8ee28f6f-733e-446a-845c-015b8614e1f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DateTaken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Location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f1e2369-70da-40d7-b978-99d0855b91b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6" nillable="true" ma:displayName="Location" ma:internalName="MediaServiceLocatio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ee28f6f-733e-446a-845c-015b8614e1f7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6E6CC2D-2343-40C9-BF57-ACB940668AF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BBF235D-5BAD-4A08-AEE0-5E29BE15689F}">
  <ds:schemaRefs>
    <ds:schemaRef ds:uri="http://schemas.microsoft.com/office/2006/documentManagement/types"/>
    <ds:schemaRef ds:uri="8f1e2369-70da-40d7-b978-99d0855b91b8"/>
    <ds:schemaRef ds:uri="8ee28f6f-733e-446a-845c-015b8614e1f7"/>
    <ds:schemaRef ds:uri="http://www.w3.org/XML/1998/namespace"/>
    <ds:schemaRef ds:uri="http://purl.org/dc/elements/1.1/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10B2FCBC-AEA4-4167-AEBB-3951BFAB545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f1e2369-70da-40d7-b978-99d0855b91b8"/>
    <ds:schemaRef ds:uri="8ee28f6f-733e-446a-845c-015b8614e1f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Custom_Brand_Theme</Template>
  <TotalTime>0</TotalTime>
  <Words>1141</Words>
  <Application>Microsoft Office PowerPoint</Application>
  <PresentationFormat>Widescreen</PresentationFormat>
  <Paragraphs>198</Paragraphs>
  <Slides>8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Arial</vt:lpstr>
      <vt:lpstr>Open Sans</vt:lpstr>
      <vt:lpstr>Verdana</vt:lpstr>
      <vt:lpstr>Custom_Brand_Theme</vt:lpstr>
      <vt:lpstr>think-cell Slide</vt:lpstr>
      <vt:lpstr>RedBus as a Bus Ticket Booking Platform</vt:lpstr>
      <vt:lpstr>A unified booking API eliminates fragmented, unsafe bus reservation experiences</vt:lpstr>
      <vt:lpstr>A four-tier layered architecture backed by an enterprise Java stack</vt:lpstr>
      <vt:lpstr>Four core modules cover the complete bus-booking lifecycle</vt:lpstr>
      <vt:lpstr>Stateless JWT security and 15 role-guarded endpoints protect every operation</vt:lpstr>
      <vt:lpstr>Five normalized tables and per-region Redis TTLs underpin data integrity and speed</vt:lpstr>
      <vt:lpstr>Six steps take a passenger from registration to confirmed booking in minutes</vt:lpstr>
      <vt:lpstr>Production-ready quality with a clear roadmap to full-stack cloud deployment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16x9 Onscreen PPT</dc:title>
  <dc:creator/>
  <cp:lastModifiedBy/>
  <cp:revision>2</cp:revision>
  <dcterms:created xsi:type="dcterms:W3CDTF">2020-04-09T19:50:51Z</dcterms:created>
  <dcterms:modified xsi:type="dcterms:W3CDTF">2026-06-30T04:07:21Z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